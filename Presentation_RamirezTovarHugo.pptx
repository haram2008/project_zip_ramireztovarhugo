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7" r:id="rId3"/>
    <p:sldId id="263" r:id="rId4"/>
    <p:sldId id="269" r:id="rId5"/>
    <p:sldId id="260" r:id="rId6"/>
    <p:sldId id="266" r:id="rId7"/>
    <p:sldId id="270" r:id="rId8"/>
    <p:sldId id="271"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4" d="100"/>
          <a:sy n="54" d="100"/>
        </p:scale>
        <p:origin x="570"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image" Target="../media/image4.png"/></Relationships>
</file>

<file path=ppt/diagrams/_rels/data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image" Target="../media/image4.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image" Target="../media/image4.png"/></Relationships>
</file>

<file path=ppt/diagrams/_rels/drawing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8A7418-7C85-46DF-BDC0-114BEE23A9B6}"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a:lstStyle/>
        <a:p>
          <a:endParaRPr lang="en-US"/>
        </a:p>
      </dgm:t>
    </dgm:pt>
    <dgm:pt modelId="{87D74640-B3E8-44A2-8AA2-F4E2191F4212}">
      <dgm:prSet custT="1"/>
      <dgm:spPr/>
      <dgm:t>
        <a:bodyPr/>
        <a:lstStyle/>
        <a:p>
          <a:pPr algn="just">
            <a:lnSpc>
              <a:spcPct val="100000"/>
            </a:lnSpc>
          </a:pPr>
          <a:r>
            <a:rPr lang="en-US" sz="2400" dirty="0"/>
            <a:t>Formula 1 - the power of data analysis, given that the difference between victory and defeat is measured in thousandths of a second.</a:t>
          </a:r>
        </a:p>
      </dgm:t>
    </dgm:pt>
    <dgm:pt modelId="{4376BCD4-ADCC-4C19-8DFE-A63BE68AE895}" type="parTrans" cxnId="{4DBCD8F5-D412-491D-8BB7-62D58209C9B6}">
      <dgm:prSet/>
      <dgm:spPr/>
      <dgm:t>
        <a:bodyPr/>
        <a:lstStyle/>
        <a:p>
          <a:endParaRPr lang="en-US"/>
        </a:p>
      </dgm:t>
    </dgm:pt>
    <dgm:pt modelId="{2E4A5AF7-D507-4F58-8B36-F9F4DD2FDCEC}" type="sibTrans" cxnId="{4DBCD8F5-D412-491D-8BB7-62D58209C9B6}">
      <dgm:prSet/>
      <dgm:spPr/>
      <dgm:t>
        <a:bodyPr/>
        <a:lstStyle/>
        <a:p>
          <a:endParaRPr lang="en-US"/>
        </a:p>
      </dgm:t>
    </dgm:pt>
    <dgm:pt modelId="{6B0B6640-6EFE-4A0E-B011-809CB88C2856}">
      <dgm:prSet custT="1"/>
      <dgm:spPr/>
      <dgm:t>
        <a:bodyPr/>
        <a:lstStyle/>
        <a:p>
          <a:pPr algn="just">
            <a:lnSpc>
              <a:spcPct val="100000"/>
            </a:lnSpc>
          </a:pPr>
          <a:r>
            <a:rPr lang="en-US" sz="2400" b="0" dirty="0"/>
            <a:t>During a race weekend, F1 teams employ between 30 and 50 data scientists to analyze and process information,</a:t>
          </a:r>
        </a:p>
      </dgm:t>
    </dgm:pt>
    <dgm:pt modelId="{29CB87B7-E07E-472F-BBF4-29CFFB1B0FD3}" type="parTrans" cxnId="{4D044174-6A76-4002-B6DF-32461F3AEAF8}">
      <dgm:prSet/>
      <dgm:spPr/>
      <dgm:t>
        <a:bodyPr/>
        <a:lstStyle/>
        <a:p>
          <a:endParaRPr lang="en-US"/>
        </a:p>
      </dgm:t>
    </dgm:pt>
    <dgm:pt modelId="{D88138BB-13EF-433A-8177-286930CD683D}" type="sibTrans" cxnId="{4D044174-6A76-4002-B6DF-32461F3AEAF8}">
      <dgm:prSet/>
      <dgm:spPr/>
      <dgm:t>
        <a:bodyPr/>
        <a:lstStyle/>
        <a:p>
          <a:endParaRPr lang="en-US"/>
        </a:p>
      </dgm:t>
    </dgm:pt>
    <dgm:pt modelId="{F698D9CD-5803-4B26-AB8F-96BC188605C8}">
      <dgm:prSet custT="1"/>
      <dgm:spPr/>
      <dgm:t>
        <a:bodyPr/>
        <a:lstStyle/>
        <a:p>
          <a:pPr algn="just">
            <a:lnSpc>
              <a:spcPct val="100000"/>
            </a:lnSpc>
          </a:pPr>
          <a:r>
            <a:rPr lang="en-US" sz="2400" dirty="0"/>
            <a:t>F1 car generates up to 300 GB of data per race weekend, and up to 200 different parameters are optimized. </a:t>
          </a:r>
          <a:endParaRPr lang="en-US" sz="2000" dirty="0"/>
        </a:p>
      </dgm:t>
    </dgm:pt>
    <dgm:pt modelId="{1F95513D-18FE-4DBF-8F89-6F17F5FF2441}" type="parTrans" cxnId="{8FA95375-A59B-47CB-95D1-36EC178723E6}">
      <dgm:prSet/>
      <dgm:spPr/>
      <dgm:t>
        <a:bodyPr/>
        <a:lstStyle/>
        <a:p>
          <a:endParaRPr lang="en-US"/>
        </a:p>
      </dgm:t>
    </dgm:pt>
    <dgm:pt modelId="{53B23FD9-D082-40D5-8C6A-AE9B662A365B}" type="sibTrans" cxnId="{8FA95375-A59B-47CB-95D1-36EC178723E6}">
      <dgm:prSet/>
      <dgm:spPr/>
      <dgm:t>
        <a:bodyPr/>
        <a:lstStyle/>
        <a:p>
          <a:endParaRPr lang="en-US"/>
        </a:p>
      </dgm:t>
    </dgm:pt>
    <dgm:pt modelId="{AC08707B-DE18-43B7-AECB-A1024339D4A2}" type="pres">
      <dgm:prSet presAssocID="{BB8A7418-7C85-46DF-BDC0-114BEE23A9B6}" presName="root" presStyleCnt="0">
        <dgm:presLayoutVars>
          <dgm:dir/>
          <dgm:resizeHandles val="exact"/>
        </dgm:presLayoutVars>
      </dgm:prSet>
      <dgm:spPr/>
    </dgm:pt>
    <dgm:pt modelId="{537E0609-2E0C-4234-8DD4-1A79B5A3CC6E}" type="pres">
      <dgm:prSet presAssocID="{87D74640-B3E8-44A2-8AA2-F4E2191F4212}" presName="compNode" presStyleCnt="0"/>
      <dgm:spPr/>
    </dgm:pt>
    <dgm:pt modelId="{8C45E87A-B8A7-4629-8009-7B35ED898147}" type="pres">
      <dgm:prSet presAssocID="{87D74640-B3E8-44A2-8AA2-F4E2191F4212}" presName="bgRect" presStyleLbl="bgShp" presStyleIdx="0" presStyleCnt="3"/>
      <dgm:spPr>
        <a:pattFill prst="pct5">
          <a:fgClr>
            <a:srgbClr val="FF0000"/>
          </a:fgClr>
          <a:bgClr>
            <a:schemeClr val="bg1"/>
          </a:bgClr>
        </a:pattFill>
      </dgm:spPr>
    </dgm:pt>
    <dgm:pt modelId="{DEB4BBF9-3D29-43CB-80F7-0DD4AC0DAEB4}" type="pres">
      <dgm:prSet presAssocID="{87D74640-B3E8-44A2-8AA2-F4E2191F4212}" presName="iconRect" presStyleLbl="node1" presStyleIdx="0" presStyleCnt="3"/>
      <dgm:spPr>
        <a:blipFill>
          <a:blip xmlns:r="http://schemas.openxmlformats.org/officeDocument/2006/relationships" r:embed="rId1">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17000" r="-17000"/>
          </a:stretch>
        </a:blipFill>
      </dgm:spPr>
    </dgm:pt>
    <dgm:pt modelId="{1A64A7CA-3380-4429-B613-BA2E6810BC8E}" type="pres">
      <dgm:prSet presAssocID="{87D74640-B3E8-44A2-8AA2-F4E2191F4212}" presName="spaceRect" presStyleCnt="0"/>
      <dgm:spPr/>
    </dgm:pt>
    <dgm:pt modelId="{D374466D-36C3-4A82-A87E-04DF719DC2D7}" type="pres">
      <dgm:prSet presAssocID="{87D74640-B3E8-44A2-8AA2-F4E2191F4212}" presName="parTx" presStyleLbl="revTx" presStyleIdx="0" presStyleCnt="3">
        <dgm:presLayoutVars>
          <dgm:chMax val="0"/>
          <dgm:chPref val="0"/>
        </dgm:presLayoutVars>
      </dgm:prSet>
      <dgm:spPr/>
    </dgm:pt>
    <dgm:pt modelId="{31B48770-4A97-414A-935E-216FFC4A475C}" type="pres">
      <dgm:prSet presAssocID="{2E4A5AF7-D507-4F58-8B36-F9F4DD2FDCEC}" presName="sibTrans" presStyleCnt="0"/>
      <dgm:spPr/>
    </dgm:pt>
    <dgm:pt modelId="{1453ED5C-CFAD-41D4-8467-E35F7C58E195}" type="pres">
      <dgm:prSet presAssocID="{6B0B6640-6EFE-4A0E-B011-809CB88C2856}" presName="compNode" presStyleCnt="0"/>
      <dgm:spPr/>
    </dgm:pt>
    <dgm:pt modelId="{5ACC119B-9E91-42D7-AEEA-2ABF8473B785}" type="pres">
      <dgm:prSet presAssocID="{6B0B6640-6EFE-4A0E-B011-809CB88C2856}" presName="bgRect" presStyleLbl="bgShp" presStyleIdx="1" presStyleCnt="3"/>
      <dgm:spPr>
        <a:pattFill prst="pct5">
          <a:fgClr>
            <a:srgbClr val="FF0000"/>
          </a:fgClr>
          <a:bgClr>
            <a:schemeClr val="bg1"/>
          </a:bgClr>
        </a:pattFill>
      </dgm:spPr>
    </dgm:pt>
    <dgm:pt modelId="{485B7E4A-9EF3-4F0E-B99F-26ABFF1D4C8A}" type="pres">
      <dgm:prSet presAssocID="{6B0B6640-6EFE-4A0E-B011-809CB88C2856}" presName="iconRect" presStyleLbl="node1" presStyleIdx="1" presStyleCnt="3"/>
      <dgm:spPr>
        <a:blipFill>
          <a:blip xmlns:r="http://schemas.openxmlformats.org/officeDocument/2006/relationships" r:embed="rId2">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14000" r="-14000"/>
          </a:stretch>
        </a:blipFill>
      </dgm:spPr>
    </dgm:pt>
    <dgm:pt modelId="{6130665C-E98A-4334-9799-505285BAAF9A}" type="pres">
      <dgm:prSet presAssocID="{6B0B6640-6EFE-4A0E-B011-809CB88C2856}" presName="spaceRect" presStyleCnt="0"/>
      <dgm:spPr/>
    </dgm:pt>
    <dgm:pt modelId="{28F4C7F2-CA5C-426F-9BB7-F5DD101F19FE}" type="pres">
      <dgm:prSet presAssocID="{6B0B6640-6EFE-4A0E-B011-809CB88C2856}" presName="parTx" presStyleLbl="revTx" presStyleIdx="1" presStyleCnt="3">
        <dgm:presLayoutVars>
          <dgm:chMax val="0"/>
          <dgm:chPref val="0"/>
        </dgm:presLayoutVars>
      </dgm:prSet>
      <dgm:spPr/>
    </dgm:pt>
    <dgm:pt modelId="{FAA20E41-4E38-4582-8263-19141B3C3809}" type="pres">
      <dgm:prSet presAssocID="{D88138BB-13EF-433A-8177-286930CD683D}" presName="sibTrans" presStyleCnt="0"/>
      <dgm:spPr/>
    </dgm:pt>
    <dgm:pt modelId="{5FB35153-4F5A-4A6C-B61D-4CAB6AAD9211}" type="pres">
      <dgm:prSet presAssocID="{F698D9CD-5803-4B26-AB8F-96BC188605C8}" presName="compNode" presStyleCnt="0"/>
      <dgm:spPr/>
    </dgm:pt>
    <dgm:pt modelId="{3FF0ADEA-819A-4A96-9753-87179136F274}" type="pres">
      <dgm:prSet presAssocID="{F698D9CD-5803-4B26-AB8F-96BC188605C8}" presName="bgRect" presStyleLbl="bgShp" presStyleIdx="2" presStyleCnt="3"/>
      <dgm:spPr>
        <a:pattFill prst="pct5">
          <a:fgClr>
            <a:srgbClr val="FF0000"/>
          </a:fgClr>
          <a:bgClr>
            <a:schemeClr val="bg1"/>
          </a:bgClr>
        </a:pattFill>
      </dgm:spPr>
    </dgm:pt>
    <dgm:pt modelId="{09972BE6-82BF-443C-914F-83930C63D47F}" type="pres">
      <dgm:prSet presAssocID="{F698D9CD-5803-4B26-AB8F-96BC188605C8}" presName="iconRect" presStyleLbl="node1" presStyleIdx="2" presStyleCnt="3"/>
      <dgm:spPr>
        <a:blipFill>
          <a:blip xmlns:r="http://schemas.openxmlformats.org/officeDocument/2006/relationships" r:embed="rId3">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39000" r="-39000"/>
          </a:stretch>
        </a:blipFill>
      </dgm:spPr>
    </dgm:pt>
    <dgm:pt modelId="{2184DE46-E411-42CB-B0B7-1AACBFF38F95}" type="pres">
      <dgm:prSet presAssocID="{F698D9CD-5803-4B26-AB8F-96BC188605C8}" presName="spaceRect" presStyleCnt="0"/>
      <dgm:spPr/>
    </dgm:pt>
    <dgm:pt modelId="{FF589965-F8EC-4CFE-9963-248ED3F78E12}" type="pres">
      <dgm:prSet presAssocID="{F698D9CD-5803-4B26-AB8F-96BC188605C8}" presName="parTx" presStyleLbl="revTx" presStyleIdx="2" presStyleCnt="3">
        <dgm:presLayoutVars>
          <dgm:chMax val="0"/>
          <dgm:chPref val="0"/>
        </dgm:presLayoutVars>
      </dgm:prSet>
      <dgm:spPr/>
    </dgm:pt>
  </dgm:ptLst>
  <dgm:cxnLst>
    <dgm:cxn modelId="{EF6B932E-0D6D-4CB1-9843-B7DF37466EEC}" type="presOf" srcId="{BB8A7418-7C85-46DF-BDC0-114BEE23A9B6}" destId="{AC08707B-DE18-43B7-AECB-A1024339D4A2}" srcOrd="0" destOrd="0" presId="urn:microsoft.com/office/officeart/2018/2/layout/IconVerticalSolidList"/>
    <dgm:cxn modelId="{6EB13466-C71C-43E3-9A51-AEF11C38A08C}" type="presOf" srcId="{6B0B6640-6EFE-4A0E-B011-809CB88C2856}" destId="{28F4C7F2-CA5C-426F-9BB7-F5DD101F19FE}" srcOrd="0" destOrd="0" presId="urn:microsoft.com/office/officeart/2018/2/layout/IconVerticalSolidList"/>
    <dgm:cxn modelId="{4D044174-6A76-4002-B6DF-32461F3AEAF8}" srcId="{BB8A7418-7C85-46DF-BDC0-114BEE23A9B6}" destId="{6B0B6640-6EFE-4A0E-B011-809CB88C2856}" srcOrd="1" destOrd="0" parTransId="{29CB87B7-E07E-472F-BBF4-29CFFB1B0FD3}" sibTransId="{D88138BB-13EF-433A-8177-286930CD683D}"/>
    <dgm:cxn modelId="{8FA95375-A59B-47CB-95D1-36EC178723E6}" srcId="{BB8A7418-7C85-46DF-BDC0-114BEE23A9B6}" destId="{F698D9CD-5803-4B26-AB8F-96BC188605C8}" srcOrd="2" destOrd="0" parTransId="{1F95513D-18FE-4DBF-8F89-6F17F5FF2441}" sibTransId="{53B23FD9-D082-40D5-8C6A-AE9B662A365B}"/>
    <dgm:cxn modelId="{520B6197-59D1-41EE-AB97-C62B0065ED40}" type="presOf" srcId="{87D74640-B3E8-44A2-8AA2-F4E2191F4212}" destId="{D374466D-36C3-4A82-A87E-04DF719DC2D7}" srcOrd="0" destOrd="0" presId="urn:microsoft.com/office/officeart/2018/2/layout/IconVerticalSolidList"/>
    <dgm:cxn modelId="{6CA365D5-363C-414A-9C34-B1FF51146238}" type="presOf" srcId="{F698D9CD-5803-4B26-AB8F-96BC188605C8}" destId="{FF589965-F8EC-4CFE-9963-248ED3F78E12}" srcOrd="0" destOrd="0" presId="urn:microsoft.com/office/officeart/2018/2/layout/IconVerticalSolidList"/>
    <dgm:cxn modelId="{4DBCD8F5-D412-491D-8BB7-62D58209C9B6}" srcId="{BB8A7418-7C85-46DF-BDC0-114BEE23A9B6}" destId="{87D74640-B3E8-44A2-8AA2-F4E2191F4212}" srcOrd="0" destOrd="0" parTransId="{4376BCD4-ADCC-4C19-8DFE-A63BE68AE895}" sibTransId="{2E4A5AF7-D507-4F58-8B36-F9F4DD2FDCEC}"/>
    <dgm:cxn modelId="{057F327F-F780-4738-80D8-B1F12879BE76}" type="presParOf" srcId="{AC08707B-DE18-43B7-AECB-A1024339D4A2}" destId="{537E0609-2E0C-4234-8DD4-1A79B5A3CC6E}" srcOrd="0" destOrd="0" presId="urn:microsoft.com/office/officeart/2018/2/layout/IconVerticalSolidList"/>
    <dgm:cxn modelId="{3FC24C24-3EA3-45D4-92ED-9C611DF5811D}" type="presParOf" srcId="{537E0609-2E0C-4234-8DD4-1A79B5A3CC6E}" destId="{8C45E87A-B8A7-4629-8009-7B35ED898147}" srcOrd="0" destOrd="0" presId="urn:microsoft.com/office/officeart/2018/2/layout/IconVerticalSolidList"/>
    <dgm:cxn modelId="{A84443B3-9E6F-4F36-998D-BA262460B67F}" type="presParOf" srcId="{537E0609-2E0C-4234-8DD4-1A79B5A3CC6E}" destId="{DEB4BBF9-3D29-43CB-80F7-0DD4AC0DAEB4}" srcOrd="1" destOrd="0" presId="urn:microsoft.com/office/officeart/2018/2/layout/IconVerticalSolidList"/>
    <dgm:cxn modelId="{C1EBBDEE-4D51-49C3-9F6F-7FCA5674092C}" type="presParOf" srcId="{537E0609-2E0C-4234-8DD4-1A79B5A3CC6E}" destId="{1A64A7CA-3380-4429-B613-BA2E6810BC8E}" srcOrd="2" destOrd="0" presId="urn:microsoft.com/office/officeart/2018/2/layout/IconVerticalSolidList"/>
    <dgm:cxn modelId="{ECC7C64C-B857-4F46-92DD-87D75D355A8B}" type="presParOf" srcId="{537E0609-2E0C-4234-8DD4-1A79B5A3CC6E}" destId="{D374466D-36C3-4A82-A87E-04DF719DC2D7}" srcOrd="3" destOrd="0" presId="urn:microsoft.com/office/officeart/2018/2/layout/IconVerticalSolidList"/>
    <dgm:cxn modelId="{C5872443-983E-47A7-88C5-36EB6A5301DE}" type="presParOf" srcId="{AC08707B-DE18-43B7-AECB-A1024339D4A2}" destId="{31B48770-4A97-414A-935E-216FFC4A475C}" srcOrd="1" destOrd="0" presId="urn:microsoft.com/office/officeart/2018/2/layout/IconVerticalSolidList"/>
    <dgm:cxn modelId="{3CE610DC-CFBF-4B2E-838B-CE971FF7AB71}" type="presParOf" srcId="{AC08707B-DE18-43B7-AECB-A1024339D4A2}" destId="{1453ED5C-CFAD-41D4-8467-E35F7C58E195}" srcOrd="2" destOrd="0" presId="urn:microsoft.com/office/officeart/2018/2/layout/IconVerticalSolidList"/>
    <dgm:cxn modelId="{3C570D49-B078-4C5E-8364-060547F04FE1}" type="presParOf" srcId="{1453ED5C-CFAD-41D4-8467-E35F7C58E195}" destId="{5ACC119B-9E91-42D7-AEEA-2ABF8473B785}" srcOrd="0" destOrd="0" presId="urn:microsoft.com/office/officeart/2018/2/layout/IconVerticalSolidList"/>
    <dgm:cxn modelId="{5ED77000-D8C2-4E2E-975C-7E518737FAEB}" type="presParOf" srcId="{1453ED5C-CFAD-41D4-8467-E35F7C58E195}" destId="{485B7E4A-9EF3-4F0E-B99F-26ABFF1D4C8A}" srcOrd="1" destOrd="0" presId="urn:microsoft.com/office/officeart/2018/2/layout/IconVerticalSolidList"/>
    <dgm:cxn modelId="{09045855-D8D1-4973-9081-611B4C242207}" type="presParOf" srcId="{1453ED5C-CFAD-41D4-8467-E35F7C58E195}" destId="{6130665C-E98A-4334-9799-505285BAAF9A}" srcOrd="2" destOrd="0" presId="urn:microsoft.com/office/officeart/2018/2/layout/IconVerticalSolidList"/>
    <dgm:cxn modelId="{1603C03E-767D-4463-8FF5-0EC545F77C22}" type="presParOf" srcId="{1453ED5C-CFAD-41D4-8467-E35F7C58E195}" destId="{28F4C7F2-CA5C-426F-9BB7-F5DD101F19FE}" srcOrd="3" destOrd="0" presId="urn:microsoft.com/office/officeart/2018/2/layout/IconVerticalSolidList"/>
    <dgm:cxn modelId="{CDEBE92F-6593-4A9F-B41A-A69EF62E5086}" type="presParOf" srcId="{AC08707B-DE18-43B7-AECB-A1024339D4A2}" destId="{FAA20E41-4E38-4582-8263-19141B3C3809}" srcOrd="3" destOrd="0" presId="urn:microsoft.com/office/officeart/2018/2/layout/IconVerticalSolidList"/>
    <dgm:cxn modelId="{0C4A5636-7182-46D5-8458-A7DB9D156FFC}" type="presParOf" srcId="{AC08707B-DE18-43B7-AECB-A1024339D4A2}" destId="{5FB35153-4F5A-4A6C-B61D-4CAB6AAD9211}" srcOrd="4" destOrd="0" presId="urn:microsoft.com/office/officeart/2018/2/layout/IconVerticalSolidList"/>
    <dgm:cxn modelId="{14080130-4351-4C90-942F-52AD076034E3}" type="presParOf" srcId="{5FB35153-4F5A-4A6C-B61D-4CAB6AAD9211}" destId="{3FF0ADEA-819A-4A96-9753-87179136F274}" srcOrd="0" destOrd="0" presId="urn:microsoft.com/office/officeart/2018/2/layout/IconVerticalSolidList"/>
    <dgm:cxn modelId="{3709DF11-F123-4326-96E6-444FBF32CD06}" type="presParOf" srcId="{5FB35153-4F5A-4A6C-B61D-4CAB6AAD9211}" destId="{09972BE6-82BF-443C-914F-83930C63D47F}" srcOrd="1" destOrd="0" presId="urn:microsoft.com/office/officeart/2018/2/layout/IconVerticalSolidList"/>
    <dgm:cxn modelId="{FDD17A85-36FF-4EC6-B721-0DAAF93ECEBC}" type="presParOf" srcId="{5FB35153-4F5A-4A6C-B61D-4CAB6AAD9211}" destId="{2184DE46-E411-42CB-B0B7-1AACBFF38F95}" srcOrd="2" destOrd="0" presId="urn:microsoft.com/office/officeart/2018/2/layout/IconVerticalSolidList"/>
    <dgm:cxn modelId="{706A2C32-1B5D-4E66-9C1E-957B32397466}" type="presParOf" srcId="{5FB35153-4F5A-4A6C-B61D-4CAB6AAD9211}" destId="{FF589965-F8EC-4CFE-9963-248ED3F78E12}" srcOrd="3" destOrd="0" presId="urn:microsoft.com/office/officeart/2018/2/layout/IconVerticalSolidList"/>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BB8A7418-7C85-46DF-BDC0-114BEE23A9B6}"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a:lstStyle/>
        <a:p>
          <a:endParaRPr lang="en-US"/>
        </a:p>
      </dgm:t>
    </dgm:pt>
    <dgm:pt modelId="{87D74640-B3E8-44A2-8AA2-F4E2191F4212}">
      <dgm:prSet custT="1"/>
      <dgm:spPr/>
      <dgm:t>
        <a:bodyPr/>
        <a:lstStyle/>
        <a:p>
          <a:pPr algn="just">
            <a:lnSpc>
              <a:spcPct val="100000"/>
            </a:lnSpc>
          </a:pPr>
          <a:r>
            <a:rPr lang="es-CO" sz="2200" dirty="0"/>
            <a:t>Max </a:t>
          </a:r>
          <a:r>
            <a:rPr lang="en-US" sz="2200" noProof="0" dirty="0"/>
            <a:t>Verstappen lap of 1.18.792 during the 2025 Italian grand prix qualifying has become the fastest lap done in F1 history</a:t>
          </a:r>
          <a:endParaRPr lang="en-US" sz="2200" dirty="0"/>
        </a:p>
      </dgm:t>
    </dgm:pt>
    <dgm:pt modelId="{4376BCD4-ADCC-4C19-8DFE-A63BE68AE895}" type="parTrans" cxnId="{4DBCD8F5-D412-491D-8BB7-62D58209C9B6}">
      <dgm:prSet/>
      <dgm:spPr/>
      <dgm:t>
        <a:bodyPr/>
        <a:lstStyle/>
        <a:p>
          <a:endParaRPr lang="en-US"/>
        </a:p>
      </dgm:t>
    </dgm:pt>
    <dgm:pt modelId="{2E4A5AF7-D507-4F58-8B36-F9F4DD2FDCEC}" type="sibTrans" cxnId="{4DBCD8F5-D412-491D-8BB7-62D58209C9B6}">
      <dgm:prSet/>
      <dgm:spPr/>
      <dgm:t>
        <a:bodyPr/>
        <a:lstStyle/>
        <a:p>
          <a:endParaRPr lang="en-US"/>
        </a:p>
      </dgm:t>
    </dgm:pt>
    <dgm:pt modelId="{6B0B6640-6EFE-4A0E-B011-809CB88C2856}">
      <dgm:prSet custT="1"/>
      <dgm:spPr/>
      <dgm:t>
        <a:bodyPr/>
        <a:lstStyle/>
        <a:p>
          <a:pPr algn="just">
            <a:lnSpc>
              <a:spcPct val="100000"/>
            </a:lnSpc>
          </a:pPr>
          <a:r>
            <a:rPr lang="en-US" sz="2200" b="0" dirty="0"/>
            <a:t>The fastest pitstop of the 2025 F1 season was 1.9 seconds by the Mclaren F1 team on the Hungarian grand prix</a:t>
          </a:r>
          <a:r>
            <a:rPr lang="en-US" sz="2400" b="0" dirty="0"/>
            <a:t>	</a:t>
          </a:r>
        </a:p>
      </dgm:t>
    </dgm:pt>
    <dgm:pt modelId="{29CB87B7-E07E-472F-BBF4-29CFFB1B0FD3}" type="parTrans" cxnId="{4D044174-6A76-4002-B6DF-32461F3AEAF8}">
      <dgm:prSet/>
      <dgm:spPr/>
      <dgm:t>
        <a:bodyPr/>
        <a:lstStyle/>
        <a:p>
          <a:endParaRPr lang="en-US"/>
        </a:p>
      </dgm:t>
    </dgm:pt>
    <dgm:pt modelId="{D88138BB-13EF-433A-8177-286930CD683D}" type="sibTrans" cxnId="{4D044174-6A76-4002-B6DF-32461F3AEAF8}">
      <dgm:prSet/>
      <dgm:spPr/>
      <dgm:t>
        <a:bodyPr/>
        <a:lstStyle/>
        <a:p>
          <a:endParaRPr lang="en-US"/>
        </a:p>
      </dgm:t>
    </dgm:pt>
    <dgm:pt modelId="{F698D9CD-5803-4B26-AB8F-96BC188605C8}">
      <dgm:prSet custT="1"/>
      <dgm:spPr/>
      <dgm:t>
        <a:bodyPr/>
        <a:lstStyle/>
        <a:p>
          <a:pPr algn="just">
            <a:lnSpc>
              <a:spcPct val="100000"/>
            </a:lnSpc>
          </a:pPr>
          <a:r>
            <a:rPr lang="en-US" sz="2200" noProof="0" dirty="0"/>
            <a:t>Andrea Kimi Antonelli podium on the Canadian grand prix converted him on the 3</a:t>
          </a:r>
          <a:r>
            <a:rPr lang="en-US" sz="2200" baseline="30000" noProof="0" dirty="0"/>
            <a:t>rd</a:t>
          </a:r>
          <a:r>
            <a:rPr lang="en-US" sz="2200" noProof="0" dirty="0"/>
            <a:t> youngest driver to achieve one in F1 history</a:t>
          </a:r>
        </a:p>
      </dgm:t>
    </dgm:pt>
    <dgm:pt modelId="{1F95513D-18FE-4DBF-8F89-6F17F5FF2441}" type="parTrans" cxnId="{8FA95375-A59B-47CB-95D1-36EC178723E6}">
      <dgm:prSet/>
      <dgm:spPr/>
      <dgm:t>
        <a:bodyPr/>
        <a:lstStyle/>
        <a:p>
          <a:endParaRPr lang="en-US"/>
        </a:p>
      </dgm:t>
    </dgm:pt>
    <dgm:pt modelId="{53B23FD9-D082-40D5-8C6A-AE9B662A365B}" type="sibTrans" cxnId="{8FA95375-A59B-47CB-95D1-36EC178723E6}">
      <dgm:prSet/>
      <dgm:spPr/>
      <dgm:t>
        <a:bodyPr/>
        <a:lstStyle/>
        <a:p>
          <a:endParaRPr lang="en-US"/>
        </a:p>
      </dgm:t>
    </dgm:pt>
    <dgm:pt modelId="{AC08707B-DE18-43B7-AECB-A1024339D4A2}" type="pres">
      <dgm:prSet presAssocID="{BB8A7418-7C85-46DF-BDC0-114BEE23A9B6}" presName="root" presStyleCnt="0">
        <dgm:presLayoutVars>
          <dgm:dir/>
          <dgm:resizeHandles val="exact"/>
        </dgm:presLayoutVars>
      </dgm:prSet>
      <dgm:spPr/>
    </dgm:pt>
    <dgm:pt modelId="{537E0609-2E0C-4234-8DD4-1A79B5A3CC6E}" type="pres">
      <dgm:prSet presAssocID="{87D74640-B3E8-44A2-8AA2-F4E2191F4212}" presName="compNode" presStyleCnt="0"/>
      <dgm:spPr/>
    </dgm:pt>
    <dgm:pt modelId="{8C45E87A-B8A7-4629-8009-7B35ED898147}" type="pres">
      <dgm:prSet presAssocID="{87D74640-B3E8-44A2-8AA2-F4E2191F4212}" presName="bgRect" presStyleLbl="bgShp" presStyleIdx="0" presStyleCnt="3"/>
      <dgm:spPr>
        <a:pattFill prst="pct5">
          <a:fgClr>
            <a:srgbClr val="FF0000"/>
          </a:fgClr>
          <a:bgClr>
            <a:schemeClr val="bg1"/>
          </a:bgClr>
        </a:pattFill>
      </dgm:spPr>
    </dgm:pt>
    <dgm:pt modelId="{DEB4BBF9-3D29-43CB-80F7-0DD4AC0DAEB4}" type="pres">
      <dgm:prSet presAssocID="{87D74640-B3E8-44A2-8AA2-F4E2191F4212}" presName="iconRect" presStyleLbl="node1" presStyleIdx="0" presStyleCnt="3"/>
      <dgm:spPr>
        <a:blipFill>
          <a:blip xmlns:r="http://schemas.openxmlformats.org/officeDocument/2006/relationships" r:embed="rId1">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17000" r="-17000"/>
          </a:stretch>
        </a:blipFill>
        <a:ln>
          <a:solidFill>
            <a:schemeClr val="accent1"/>
          </a:solidFill>
        </a:ln>
      </dgm:spPr>
    </dgm:pt>
    <dgm:pt modelId="{1A64A7CA-3380-4429-B613-BA2E6810BC8E}" type="pres">
      <dgm:prSet presAssocID="{87D74640-B3E8-44A2-8AA2-F4E2191F4212}" presName="spaceRect" presStyleCnt="0"/>
      <dgm:spPr/>
    </dgm:pt>
    <dgm:pt modelId="{D374466D-36C3-4A82-A87E-04DF719DC2D7}" type="pres">
      <dgm:prSet presAssocID="{87D74640-B3E8-44A2-8AA2-F4E2191F4212}" presName="parTx" presStyleLbl="revTx" presStyleIdx="0" presStyleCnt="3">
        <dgm:presLayoutVars>
          <dgm:chMax val="0"/>
          <dgm:chPref val="0"/>
        </dgm:presLayoutVars>
      </dgm:prSet>
      <dgm:spPr/>
    </dgm:pt>
    <dgm:pt modelId="{31B48770-4A97-414A-935E-216FFC4A475C}" type="pres">
      <dgm:prSet presAssocID="{2E4A5AF7-D507-4F58-8B36-F9F4DD2FDCEC}" presName="sibTrans" presStyleCnt="0"/>
      <dgm:spPr/>
    </dgm:pt>
    <dgm:pt modelId="{1453ED5C-CFAD-41D4-8467-E35F7C58E195}" type="pres">
      <dgm:prSet presAssocID="{6B0B6640-6EFE-4A0E-B011-809CB88C2856}" presName="compNode" presStyleCnt="0"/>
      <dgm:spPr/>
    </dgm:pt>
    <dgm:pt modelId="{5ACC119B-9E91-42D7-AEEA-2ABF8473B785}" type="pres">
      <dgm:prSet presAssocID="{6B0B6640-6EFE-4A0E-B011-809CB88C2856}" presName="bgRect" presStyleLbl="bgShp" presStyleIdx="1" presStyleCnt="3"/>
      <dgm:spPr>
        <a:pattFill prst="pct5">
          <a:fgClr>
            <a:srgbClr val="FF0000"/>
          </a:fgClr>
          <a:bgClr>
            <a:schemeClr val="bg1"/>
          </a:bgClr>
        </a:pattFill>
      </dgm:spPr>
    </dgm:pt>
    <dgm:pt modelId="{485B7E4A-9EF3-4F0E-B99F-26ABFF1D4C8A}" type="pres">
      <dgm:prSet presAssocID="{6B0B6640-6EFE-4A0E-B011-809CB88C2856}" presName="iconRect" presStyleLbl="node1" presStyleIdx="1" presStyleCnt="3"/>
      <dgm:spPr>
        <a:blipFill>
          <a:blip xmlns:r="http://schemas.openxmlformats.org/officeDocument/2006/relationships" r:embed="rId2">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14000" r="-14000"/>
          </a:stretch>
        </a:blipFill>
        <a:ln>
          <a:solidFill>
            <a:schemeClr val="accent1"/>
          </a:solidFill>
        </a:ln>
      </dgm:spPr>
    </dgm:pt>
    <dgm:pt modelId="{6130665C-E98A-4334-9799-505285BAAF9A}" type="pres">
      <dgm:prSet presAssocID="{6B0B6640-6EFE-4A0E-B011-809CB88C2856}" presName="spaceRect" presStyleCnt="0"/>
      <dgm:spPr/>
    </dgm:pt>
    <dgm:pt modelId="{28F4C7F2-CA5C-426F-9BB7-F5DD101F19FE}" type="pres">
      <dgm:prSet presAssocID="{6B0B6640-6EFE-4A0E-B011-809CB88C2856}" presName="parTx" presStyleLbl="revTx" presStyleIdx="1" presStyleCnt="3">
        <dgm:presLayoutVars>
          <dgm:chMax val="0"/>
          <dgm:chPref val="0"/>
        </dgm:presLayoutVars>
      </dgm:prSet>
      <dgm:spPr/>
    </dgm:pt>
    <dgm:pt modelId="{FAA20E41-4E38-4582-8263-19141B3C3809}" type="pres">
      <dgm:prSet presAssocID="{D88138BB-13EF-433A-8177-286930CD683D}" presName="sibTrans" presStyleCnt="0"/>
      <dgm:spPr/>
    </dgm:pt>
    <dgm:pt modelId="{5FB35153-4F5A-4A6C-B61D-4CAB6AAD9211}" type="pres">
      <dgm:prSet presAssocID="{F698D9CD-5803-4B26-AB8F-96BC188605C8}" presName="compNode" presStyleCnt="0"/>
      <dgm:spPr/>
    </dgm:pt>
    <dgm:pt modelId="{3FF0ADEA-819A-4A96-9753-87179136F274}" type="pres">
      <dgm:prSet presAssocID="{F698D9CD-5803-4B26-AB8F-96BC188605C8}" presName="bgRect" presStyleLbl="bgShp" presStyleIdx="2" presStyleCnt="3" custLinFactNeighborX="-1626" custLinFactNeighborY="-1092"/>
      <dgm:spPr>
        <a:pattFill prst="pct5">
          <a:fgClr>
            <a:srgbClr val="FF0000"/>
          </a:fgClr>
          <a:bgClr>
            <a:schemeClr val="bg1"/>
          </a:bgClr>
        </a:pattFill>
      </dgm:spPr>
    </dgm:pt>
    <dgm:pt modelId="{09972BE6-82BF-443C-914F-83930C63D47F}" type="pres">
      <dgm:prSet presAssocID="{F698D9CD-5803-4B26-AB8F-96BC188605C8}" presName="iconRect" presStyleLbl="node1" presStyleIdx="2" presStyleCnt="3" custScaleX="118709" custScaleY="129037"/>
      <dgm:spPr>
        <a:blipFill>
          <a:blip xmlns:r="http://schemas.openxmlformats.org/officeDocument/2006/relationships" r:embed="rId3">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39000" r="-39000"/>
          </a:stretch>
        </a:blipFill>
        <a:ln>
          <a:solidFill>
            <a:schemeClr val="accent1"/>
          </a:solidFill>
        </a:ln>
      </dgm:spPr>
    </dgm:pt>
    <dgm:pt modelId="{2184DE46-E411-42CB-B0B7-1AACBFF38F95}" type="pres">
      <dgm:prSet presAssocID="{F698D9CD-5803-4B26-AB8F-96BC188605C8}" presName="spaceRect" presStyleCnt="0"/>
      <dgm:spPr/>
    </dgm:pt>
    <dgm:pt modelId="{FF589965-F8EC-4CFE-9963-248ED3F78E12}" type="pres">
      <dgm:prSet presAssocID="{F698D9CD-5803-4B26-AB8F-96BC188605C8}" presName="parTx" presStyleLbl="revTx" presStyleIdx="2" presStyleCnt="3">
        <dgm:presLayoutVars>
          <dgm:chMax val="0"/>
          <dgm:chPref val="0"/>
        </dgm:presLayoutVars>
      </dgm:prSet>
      <dgm:spPr/>
    </dgm:pt>
  </dgm:ptLst>
  <dgm:cxnLst>
    <dgm:cxn modelId="{EF6B932E-0D6D-4CB1-9843-B7DF37466EEC}" type="presOf" srcId="{BB8A7418-7C85-46DF-BDC0-114BEE23A9B6}" destId="{AC08707B-DE18-43B7-AECB-A1024339D4A2}" srcOrd="0" destOrd="0" presId="urn:microsoft.com/office/officeart/2018/2/layout/IconVerticalSolidList"/>
    <dgm:cxn modelId="{6EB13466-C71C-43E3-9A51-AEF11C38A08C}" type="presOf" srcId="{6B0B6640-6EFE-4A0E-B011-809CB88C2856}" destId="{28F4C7F2-CA5C-426F-9BB7-F5DD101F19FE}" srcOrd="0" destOrd="0" presId="urn:microsoft.com/office/officeart/2018/2/layout/IconVerticalSolidList"/>
    <dgm:cxn modelId="{4D044174-6A76-4002-B6DF-32461F3AEAF8}" srcId="{BB8A7418-7C85-46DF-BDC0-114BEE23A9B6}" destId="{6B0B6640-6EFE-4A0E-B011-809CB88C2856}" srcOrd="1" destOrd="0" parTransId="{29CB87B7-E07E-472F-BBF4-29CFFB1B0FD3}" sibTransId="{D88138BB-13EF-433A-8177-286930CD683D}"/>
    <dgm:cxn modelId="{8FA95375-A59B-47CB-95D1-36EC178723E6}" srcId="{BB8A7418-7C85-46DF-BDC0-114BEE23A9B6}" destId="{F698D9CD-5803-4B26-AB8F-96BC188605C8}" srcOrd="2" destOrd="0" parTransId="{1F95513D-18FE-4DBF-8F89-6F17F5FF2441}" sibTransId="{53B23FD9-D082-40D5-8C6A-AE9B662A365B}"/>
    <dgm:cxn modelId="{520B6197-59D1-41EE-AB97-C62B0065ED40}" type="presOf" srcId="{87D74640-B3E8-44A2-8AA2-F4E2191F4212}" destId="{D374466D-36C3-4A82-A87E-04DF719DC2D7}" srcOrd="0" destOrd="0" presId="urn:microsoft.com/office/officeart/2018/2/layout/IconVerticalSolidList"/>
    <dgm:cxn modelId="{6CA365D5-363C-414A-9C34-B1FF51146238}" type="presOf" srcId="{F698D9CD-5803-4B26-AB8F-96BC188605C8}" destId="{FF589965-F8EC-4CFE-9963-248ED3F78E12}" srcOrd="0" destOrd="0" presId="urn:microsoft.com/office/officeart/2018/2/layout/IconVerticalSolidList"/>
    <dgm:cxn modelId="{4DBCD8F5-D412-491D-8BB7-62D58209C9B6}" srcId="{BB8A7418-7C85-46DF-BDC0-114BEE23A9B6}" destId="{87D74640-B3E8-44A2-8AA2-F4E2191F4212}" srcOrd="0" destOrd="0" parTransId="{4376BCD4-ADCC-4C19-8DFE-A63BE68AE895}" sibTransId="{2E4A5AF7-D507-4F58-8B36-F9F4DD2FDCEC}"/>
    <dgm:cxn modelId="{057F327F-F780-4738-80D8-B1F12879BE76}" type="presParOf" srcId="{AC08707B-DE18-43B7-AECB-A1024339D4A2}" destId="{537E0609-2E0C-4234-8DD4-1A79B5A3CC6E}" srcOrd="0" destOrd="0" presId="urn:microsoft.com/office/officeart/2018/2/layout/IconVerticalSolidList"/>
    <dgm:cxn modelId="{3FC24C24-3EA3-45D4-92ED-9C611DF5811D}" type="presParOf" srcId="{537E0609-2E0C-4234-8DD4-1A79B5A3CC6E}" destId="{8C45E87A-B8A7-4629-8009-7B35ED898147}" srcOrd="0" destOrd="0" presId="urn:microsoft.com/office/officeart/2018/2/layout/IconVerticalSolidList"/>
    <dgm:cxn modelId="{A84443B3-9E6F-4F36-998D-BA262460B67F}" type="presParOf" srcId="{537E0609-2E0C-4234-8DD4-1A79B5A3CC6E}" destId="{DEB4BBF9-3D29-43CB-80F7-0DD4AC0DAEB4}" srcOrd="1" destOrd="0" presId="urn:microsoft.com/office/officeart/2018/2/layout/IconVerticalSolidList"/>
    <dgm:cxn modelId="{C1EBBDEE-4D51-49C3-9F6F-7FCA5674092C}" type="presParOf" srcId="{537E0609-2E0C-4234-8DD4-1A79B5A3CC6E}" destId="{1A64A7CA-3380-4429-B613-BA2E6810BC8E}" srcOrd="2" destOrd="0" presId="urn:microsoft.com/office/officeart/2018/2/layout/IconVerticalSolidList"/>
    <dgm:cxn modelId="{ECC7C64C-B857-4F46-92DD-87D75D355A8B}" type="presParOf" srcId="{537E0609-2E0C-4234-8DD4-1A79B5A3CC6E}" destId="{D374466D-36C3-4A82-A87E-04DF719DC2D7}" srcOrd="3" destOrd="0" presId="urn:microsoft.com/office/officeart/2018/2/layout/IconVerticalSolidList"/>
    <dgm:cxn modelId="{C5872443-983E-47A7-88C5-36EB6A5301DE}" type="presParOf" srcId="{AC08707B-DE18-43B7-AECB-A1024339D4A2}" destId="{31B48770-4A97-414A-935E-216FFC4A475C}" srcOrd="1" destOrd="0" presId="urn:microsoft.com/office/officeart/2018/2/layout/IconVerticalSolidList"/>
    <dgm:cxn modelId="{3CE610DC-CFBF-4B2E-838B-CE971FF7AB71}" type="presParOf" srcId="{AC08707B-DE18-43B7-AECB-A1024339D4A2}" destId="{1453ED5C-CFAD-41D4-8467-E35F7C58E195}" srcOrd="2" destOrd="0" presId="urn:microsoft.com/office/officeart/2018/2/layout/IconVerticalSolidList"/>
    <dgm:cxn modelId="{3C570D49-B078-4C5E-8364-060547F04FE1}" type="presParOf" srcId="{1453ED5C-CFAD-41D4-8467-E35F7C58E195}" destId="{5ACC119B-9E91-42D7-AEEA-2ABF8473B785}" srcOrd="0" destOrd="0" presId="urn:microsoft.com/office/officeart/2018/2/layout/IconVerticalSolidList"/>
    <dgm:cxn modelId="{5ED77000-D8C2-4E2E-975C-7E518737FAEB}" type="presParOf" srcId="{1453ED5C-CFAD-41D4-8467-E35F7C58E195}" destId="{485B7E4A-9EF3-4F0E-B99F-26ABFF1D4C8A}" srcOrd="1" destOrd="0" presId="urn:microsoft.com/office/officeart/2018/2/layout/IconVerticalSolidList"/>
    <dgm:cxn modelId="{09045855-D8D1-4973-9081-611B4C242207}" type="presParOf" srcId="{1453ED5C-CFAD-41D4-8467-E35F7C58E195}" destId="{6130665C-E98A-4334-9799-505285BAAF9A}" srcOrd="2" destOrd="0" presId="urn:microsoft.com/office/officeart/2018/2/layout/IconVerticalSolidList"/>
    <dgm:cxn modelId="{1603C03E-767D-4463-8FF5-0EC545F77C22}" type="presParOf" srcId="{1453ED5C-CFAD-41D4-8467-E35F7C58E195}" destId="{28F4C7F2-CA5C-426F-9BB7-F5DD101F19FE}" srcOrd="3" destOrd="0" presId="urn:microsoft.com/office/officeart/2018/2/layout/IconVerticalSolidList"/>
    <dgm:cxn modelId="{CDEBE92F-6593-4A9F-B41A-A69EF62E5086}" type="presParOf" srcId="{AC08707B-DE18-43B7-AECB-A1024339D4A2}" destId="{FAA20E41-4E38-4582-8263-19141B3C3809}" srcOrd="3" destOrd="0" presId="urn:microsoft.com/office/officeart/2018/2/layout/IconVerticalSolidList"/>
    <dgm:cxn modelId="{0C4A5636-7182-46D5-8458-A7DB9D156FFC}" type="presParOf" srcId="{AC08707B-DE18-43B7-AECB-A1024339D4A2}" destId="{5FB35153-4F5A-4A6C-B61D-4CAB6AAD9211}" srcOrd="4" destOrd="0" presId="urn:microsoft.com/office/officeart/2018/2/layout/IconVerticalSolidList"/>
    <dgm:cxn modelId="{14080130-4351-4C90-942F-52AD076034E3}" type="presParOf" srcId="{5FB35153-4F5A-4A6C-B61D-4CAB6AAD9211}" destId="{3FF0ADEA-819A-4A96-9753-87179136F274}" srcOrd="0" destOrd="0" presId="urn:microsoft.com/office/officeart/2018/2/layout/IconVerticalSolidList"/>
    <dgm:cxn modelId="{3709DF11-F123-4326-96E6-444FBF32CD06}" type="presParOf" srcId="{5FB35153-4F5A-4A6C-B61D-4CAB6AAD9211}" destId="{09972BE6-82BF-443C-914F-83930C63D47F}" srcOrd="1" destOrd="0" presId="urn:microsoft.com/office/officeart/2018/2/layout/IconVerticalSolidList"/>
    <dgm:cxn modelId="{FDD17A85-36FF-4EC6-B721-0DAAF93ECEBC}" type="presParOf" srcId="{5FB35153-4F5A-4A6C-B61D-4CAB6AAD9211}" destId="{2184DE46-E411-42CB-B0B7-1AACBFF38F95}" srcOrd="2" destOrd="0" presId="urn:microsoft.com/office/officeart/2018/2/layout/IconVerticalSolidList"/>
    <dgm:cxn modelId="{706A2C32-1B5D-4E66-9C1E-957B32397466}" type="presParOf" srcId="{5FB35153-4F5A-4A6C-B61D-4CAB6AAD9211}" destId="{FF589965-F8EC-4CFE-9963-248ED3F78E12}" srcOrd="3" destOrd="0" presId="urn:microsoft.com/office/officeart/2018/2/layout/IconVerticalSolidList"/>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5E87A-B8A7-4629-8009-7B35ED898147}">
      <dsp:nvSpPr>
        <dsp:cNvPr id="0" name=""/>
        <dsp:cNvSpPr/>
      </dsp:nvSpPr>
      <dsp:spPr>
        <a:xfrm>
          <a:off x="0" y="3407"/>
          <a:ext cx="7730142" cy="1909753"/>
        </a:xfrm>
        <a:prstGeom prst="roundRect">
          <a:avLst>
            <a:gd name="adj" fmla="val 10000"/>
          </a:avLst>
        </a:prstGeom>
        <a:pattFill prst="pct5">
          <a:fgClr>
            <a:srgbClr val="FF0000"/>
          </a:fgClr>
          <a:bgClr>
            <a:schemeClr val="bg1"/>
          </a:bgClr>
        </a:pattFill>
        <a:ln>
          <a:noFill/>
        </a:ln>
        <a:effectLst/>
      </dsp:spPr>
      <dsp:style>
        <a:lnRef idx="0">
          <a:scrgbClr r="0" g="0" b="0"/>
        </a:lnRef>
        <a:fillRef idx="1">
          <a:scrgbClr r="0" g="0" b="0"/>
        </a:fillRef>
        <a:effectRef idx="0">
          <a:scrgbClr r="0" g="0" b="0"/>
        </a:effectRef>
        <a:fontRef idx="minor"/>
      </dsp:style>
    </dsp:sp>
    <dsp:sp modelId="{DEB4BBF9-3D29-43CB-80F7-0DD4AC0DAEB4}">
      <dsp:nvSpPr>
        <dsp:cNvPr id="0" name=""/>
        <dsp:cNvSpPr/>
      </dsp:nvSpPr>
      <dsp:spPr>
        <a:xfrm>
          <a:off x="577700" y="433101"/>
          <a:ext cx="1051390" cy="1050364"/>
        </a:xfrm>
        <a:prstGeom prst="rect">
          <a:avLst/>
        </a:prstGeom>
        <a:blipFill>
          <a:blip xmlns:r="http://schemas.openxmlformats.org/officeDocument/2006/relationships" r:embed="rId1">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17000" r="-17000"/>
          </a:stretch>
        </a:blipFill>
        <a:ln w="15875"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74466D-36C3-4A82-A87E-04DF719DC2D7}">
      <dsp:nvSpPr>
        <dsp:cNvPr id="0" name=""/>
        <dsp:cNvSpPr/>
      </dsp:nvSpPr>
      <dsp:spPr>
        <a:xfrm>
          <a:off x="2206791" y="3407"/>
          <a:ext cx="5319368" cy="1911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313" tIns="202313" rIns="202313" bIns="202313" numCol="1" spcCol="1270" anchor="ctr" anchorCtr="0">
          <a:noAutofit/>
        </a:bodyPr>
        <a:lstStyle/>
        <a:p>
          <a:pPr marL="0" lvl="0" indent="0" algn="just" defTabSz="1066800">
            <a:lnSpc>
              <a:spcPct val="100000"/>
            </a:lnSpc>
            <a:spcBef>
              <a:spcPct val="0"/>
            </a:spcBef>
            <a:spcAft>
              <a:spcPct val="35000"/>
            </a:spcAft>
            <a:buNone/>
          </a:pPr>
          <a:r>
            <a:rPr lang="en-US" sz="2400" kern="1200" dirty="0"/>
            <a:t>Formula 1 - the power of data analysis, given that the difference between victory and defeat is measured in thousandths of a second.</a:t>
          </a:r>
        </a:p>
      </dsp:txBody>
      <dsp:txXfrm>
        <a:off x="2206791" y="3407"/>
        <a:ext cx="5319368" cy="1911619"/>
      </dsp:txXfrm>
    </dsp:sp>
    <dsp:sp modelId="{5ACC119B-9E91-42D7-AEEA-2ABF8473B785}">
      <dsp:nvSpPr>
        <dsp:cNvPr id="0" name=""/>
        <dsp:cNvSpPr/>
      </dsp:nvSpPr>
      <dsp:spPr>
        <a:xfrm>
          <a:off x="0" y="2328350"/>
          <a:ext cx="7730142" cy="1909753"/>
        </a:xfrm>
        <a:prstGeom prst="roundRect">
          <a:avLst>
            <a:gd name="adj" fmla="val 10000"/>
          </a:avLst>
        </a:prstGeom>
        <a:pattFill prst="pct5">
          <a:fgClr>
            <a:srgbClr val="FF0000"/>
          </a:fgClr>
          <a:bgClr>
            <a:schemeClr val="bg1"/>
          </a:bgClr>
        </a:pattFill>
        <a:ln>
          <a:noFill/>
        </a:ln>
        <a:effectLst/>
      </dsp:spPr>
      <dsp:style>
        <a:lnRef idx="0">
          <a:scrgbClr r="0" g="0" b="0"/>
        </a:lnRef>
        <a:fillRef idx="1">
          <a:scrgbClr r="0" g="0" b="0"/>
        </a:fillRef>
        <a:effectRef idx="0">
          <a:scrgbClr r="0" g="0" b="0"/>
        </a:effectRef>
        <a:fontRef idx="minor"/>
      </dsp:style>
    </dsp:sp>
    <dsp:sp modelId="{485B7E4A-9EF3-4F0E-B99F-26ABFF1D4C8A}">
      <dsp:nvSpPr>
        <dsp:cNvPr id="0" name=""/>
        <dsp:cNvSpPr/>
      </dsp:nvSpPr>
      <dsp:spPr>
        <a:xfrm>
          <a:off x="577700" y="2758044"/>
          <a:ext cx="1051390" cy="1050364"/>
        </a:xfrm>
        <a:prstGeom prst="rect">
          <a:avLst/>
        </a:prstGeom>
        <a:blipFill>
          <a:blip xmlns:r="http://schemas.openxmlformats.org/officeDocument/2006/relationships" r:embed="rId2">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14000" r="-14000"/>
          </a:stretch>
        </a:blipFill>
        <a:ln w="15875"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F4C7F2-CA5C-426F-9BB7-F5DD101F19FE}">
      <dsp:nvSpPr>
        <dsp:cNvPr id="0" name=""/>
        <dsp:cNvSpPr/>
      </dsp:nvSpPr>
      <dsp:spPr>
        <a:xfrm>
          <a:off x="2206791" y="2328350"/>
          <a:ext cx="5319368" cy="1911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313" tIns="202313" rIns="202313" bIns="202313" numCol="1" spcCol="1270" anchor="ctr" anchorCtr="0">
          <a:noAutofit/>
        </a:bodyPr>
        <a:lstStyle/>
        <a:p>
          <a:pPr marL="0" lvl="0" indent="0" algn="just" defTabSz="1066800">
            <a:lnSpc>
              <a:spcPct val="100000"/>
            </a:lnSpc>
            <a:spcBef>
              <a:spcPct val="0"/>
            </a:spcBef>
            <a:spcAft>
              <a:spcPct val="35000"/>
            </a:spcAft>
            <a:buNone/>
          </a:pPr>
          <a:r>
            <a:rPr lang="en-US" sz="2400" b="0" kern="1200" dirty="0"/>
            <a:t>During a race weekend, F1 teams employ between 30 and 50 data scientists to analyze and process information,</a:t>
          </a:r>
        </a:p>
      </dsp:txBody>
      <dsp:txXfrm>
        <a:off x="2206791" y="2328350"/>
        <a:ext cx="5319368" cy="1911619"/>
      </dsp:txXfrm>
    </dsp:sp>
    <dsp:sp modelId="{3FF0ADEA-819A-4A96-9753-87179136F274}">
      <dsp:nvSpPr>
        <dsp:cNvPr id="0" name=""/>
        <dsp:cNvSpPr/>
      </dsp:nvSpPr>
      <dsp:spPr>
        <a:xfrm>
          <a:off x="0" y="4653293"/>
          <a:ext cx="7730142" cy="1909753"/>
        </a:xfrm>
        <a:prstGeom prst="roundRect">
          <a:avLst>
            <a:gd name="adj" fmla="val 10000"/>
          </a:avLst>
        </a:prstGeom>
        <a:pattFill prst="pct5">
          <a:fgClr>
            <a:srgbClr val="FF0000"/>
          </a:fgClr>
          <a:bgClr>
            <a:schemeClr val="bg1"/>
          </a:bgClr>
        </a:pattFill>
        <a:ln>
          <a:noFill/>
        </a:ln>
        <a:effectLst/>
      </dsp:spPr>
      <dsp:style>
        <a:lnRef idx="0">
          <a:scrgbClr r="0" g="0" b="0"/>
        </a:lnRef>
        <a:fillRef idx="1">
          <a:scrgbClr r="0" g="0" b="0"/>
        </a:fillRef>
        <a:effectRef idx="0">
          <a:scrgbClr r="0" g="0" b="0"/>
        </a:effectRef>
        <a:fontRef idx="minor"/>
      </dsp:style>
    </dsp:sp>
    <dsp:sp modelId="{09972BE6-82BF-443C-914F-83930C63D47F}">
      <dsp:nvSpPr>
        <dsp:cNvPr id="0" name=""/>
        <dsp:cNvSpPr/>
      </dsp:nvSpPr>
      <dsp:spPr>
        <a:xfrm>
          <a:off x="577700" y="5082988"/>
          <a:ext cx="1051390" cy="1050364"/>
        </a:xfrm>
        <a:prstGeom prst="rect">
          <a:avLst/>
        </a:prstGeom>
        <a:blipFill>
          <a:blip xmlns:r="http://schemas.openxmlformats.org/officeDocument/2006/relationships" r:embed="rId3">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39000" r="-39000"/>
          </a:stretch>
        </a:blipFill>
        <a:ln w="15875"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589965-F8EC-4CFE-9963-248ED3F78E12}">
      <dsp:nvSpPr>
        <dsp:cNvPr id="0" name=""/>
        <dsp:cNvSpPr/>
      </dsp:nvSpPr>
      <dsp:spPr>
        <a:xfrm>
          <a:off x="2206791" y="4653293"/>
          <a:ext cx="5319368" cy="1911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313" tIns="202313" rIns="202313" bIns="202313" numCol="1" spcCol="1270" anchor="ctr" anchorCtr="0">
          <a:noAutofit/>
        </a:bodyPr>
        <a:lstStyle/>
        <a:p>
          <a:pPr marL="0" lvl="0" indent="0" algn="just" defTabSz="1066800">
            <a:lnSpc>
              <a:spcPct val="100000"/>
            </a:lnSpc>
            <a:spcBef>
              <a:spcPct val="0"/>
            </a:spcBef>
            <a:spcAft>
              <a:spcPct val="35000"/>
            </a:spcAft>
            <a:buNone/>
          </a:pPr>
          <a:r>
            <a:rPr lang="en-US" sz="2400" kern="1200" dirty="0"/>
            <a:t>F1 car generates up to 300 GB of data per race weekend, and up to 200 different parameters are optimized. </a:t>
          </a:r>
          <a:endParaRPr lang="en-US" sz="2000" kern="1200" dirty="0"/>
        </a:p>
      </dsp:txBody>
      <dsp:txXfrm>
        <a:off x="2206791" y="4653293"/>
        <a:ext cx="5319368" cy="19116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5E87A-B8A7-4629-8009-7B35ED898147}">
      <dsp:nvSpPr>
        <dsp:cNvPr id="0" name=""/>
        <dsp:cNvSpPr/>
      </dsp:nvSpPr>
      <dsp:spPr>
        <a:xfrm>
          <a:off x="0" y="801"/>
          <a:ext cx="7911916" cy="1876204"/>
        </a:xfrm>
        <a:prstGeom prst="roundRect">
          <a:avLst>
            <a:gd name="adj" fmla="val 10000"/>
          </a:avLst>
        </a:prstGeom>
        <a:pattFill prst="pct5">
          <a:fgClr>
            <a:srgbClr val="FF0000"/>
          </a:fgClr>
          <a:bgClr>
            <a:schemeClr val="bg1"/>
          </a:bgClr>
        </a:pattFill>
        <a:ln>
          <a:noFill/>
        </a:ln>
        <a:effectLst/>
      </dsp:spPr>
      <dsp:style>
        <a:lnRef idx="0">
          <a:scrgbClr r="0" g="0" b="0"/>
        </a:lnRef>
        <a:fillRef idx="1">
          <a:scrgbClr r="0" g="0" b="0"/>
        </a:fillRef>
        <a:effectRef idx="0">
          <a:scrgbClr r="0" g="0" b="0"/>
        </a:effectRef>
        <a:fontRef idx="minor"/>
      </dsp:style>
    </dsp:sp>
    <dsp:sp modelId="{DEB4BBF9-3D29-43CB-80F7-0DD4AC0DAEB4}">
      <dsp:nvSpPr>
        <dsp:cNvPr id="0" name=""/>
        <dsp:cNvSpPr/>
      </dsp:nvSpPr>
      <dsp:spPr>
        <a:xfrm>
          <a:off x="567552" y="422947"/>
          <a:ext cx="1031912" cy="1031912"/>
        </a:xfrm>
        <a:prstGeom prst="rect">
          <a:avLst/>
        </a:prstGeom>
        <a:blipFill>
          <a:blip xmlns:r="http://schemas.openxmlformats.org/officeDocument/2006/relationships" r:embed="rId1">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17000" r="-17000"/>
          </a:stretch>
        </a:blipFill>
        <a:ln w="15875"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sp>
    <dsp:sp modelId="{D374466D-36C3-4A82-A87E-04DF719DC2D7}">
      <dsp:nvSpPr>
        <dsp:cNvPr id="0" name=""/>
        <dsp:cNvSpPr/>
      </dsp:nvSpPr>
      <dsp:spPr>
        <a:xfrm>
          <a:off x="2167016" y="801"/>
          <a:ext cx="5744899" cy="1876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565" tIns="198565" rIns="198565" bIns="198565" numCol="1" spcCol="1270" anchor="ctr" anchorCtr="0">
          <a:noAutofit/>
        </a:bodyPr>
        <a:lstStyle/>
        <a:p>
          <a:pPr marL="0" lvl="0" indent="0" algn="just" defTabSz="977900">
            <a:lnSpc>
              <a:spcPct val="100000"/>
            </a:lnSpc>
            <a:spcBef>
              <a:spcPct val="0"/>
            </a:spcBef>
            <a:spcAft>
              <a:spcPct val="35000"/>
            </a:spcAft>
            <a:buNone/>
          </a:pPr>
          <a:r>
            <a:rPr lang="es-CO" sz="2200" kern="1200" dirty="0"/>
            <a:t>Max </a:t>
          </a:r>
          <a:r>
            <a:rPr lang="en-US" sz="2200" kern="1200" noProof="0" dirty="0"/>
            <a:t>Verstappen lap of 1.18.792 during the 2025 Italian grand prix qualifying has become the fastest lap done in F1 history</a:t>
          </a:r>
          <a:endParaRPr lang="en-US" sz="2200" kern="1200" dirty="0"/>
        </a:p>
      </dsp:txBody>
      <dsp:txXfrm>
        <a:off x="2167016" y="801"/>
        <a:ext cx="5744899" cy="1876204"/>
      </dsp:txXfrm>
    </dsp:sp>
    <dsp:sp modelId="{5ACC119B-9E91-42D7-AEEA-2ABF8473B785}">
      <dsp:nvSpPr>
        <dsp:cNvPr id="0" name=""/>
        <dsp:cNvSpPr/>
      </dsp:nvSpPr>
      <dsp:spPr>
        <a:xfrm>
          <a:off x="0" y="2346058"/>
          <a:ext cx="7911916" cy="1876204"/>
        </a:xfrm>
        <a:prstGeom prst="roundRect">
          <a:avLst>
            <a:gd name="adj" fmla="val 10000"/>
          </a:avLst>
        </a:prstGeom>
        <a:pattFill prst="pct5">
          <a:fgClr>
            <a:srgbClr val="FF0000"/>
          </a:fgClr>
          <a:bgClr>
            <a:schemeClr val="bg1"/>
          </a:bgClr>
        </a:pattFill>
        <a:ln>
          <a:noFill/>
        </a:ln>
        <a:effectLst/>
      </dsp:spPr>
      <dsp:style>
        <a:lnRef idx="0">
          <a:scrgbClr r="0" g="0" b="0"/>
        </a:lnRef>
        <a:fillRef idx="1">
          <a:scrgbClr r="0" g="0" b="0"/>
        </a:fillRef>
        <a:effectRef idx="0">
          <a:scrgbClr r="0" g="0" b="0"/>
        </a:effectRef>
        <a:fontRef idx="minor"/>
      </dsp:style>
    </dsp:sp>
    <dsp:sp modelId="{485B7E4A-9EF3-4F0E-B99F-26ABFF1D4C8A}">
      <dsp:nvSpPr>
        <dsp:cNvPr id="0" name=""/>
        <dsp:cNvSpPr/>
      </dsp:nvSpPr>
      <dsp:spPr>
        <a:xfrm>
          <a:off x="567552" y="2768204"/>
          <a:ext cx="1031912" cy="1031912"/>
        </a:xfrm>
        <a:prstGeom prst="rect">
          <a:avLst/>
        </a:prstGeom>
        <a:blipFill>
          <a:blip xmlns:r="http://schemas.openxmlformats.org/officeDocument/2006/relationships" r:embed="rId2">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14000" r="-14000"/>
          </a:stretch>
        </a:blipFill>
        <a:ln w="15875"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sp>
    <dsp:sp modelId="{28F4C7F2-CA5C-426F-9BB7-F5DD101F19FE}">
      <dsp:nvSpPr>
        <dsp:cNvPr id="0" name=""/>
        <dsp:cNvSpPr/>
      </dsp:nvSpPr>
      <dsp:spPr>
        <a:xfrm>
          <a:off x="2167016" y="2346058"/>
          <a:ext cx="5744899" cy="1876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565" tIns="198565" rIns="198565" bIns="198565" numCol="1" spcCol="1270" anchor="ctr" anchorCtr="0">
          <a:noAutofit/>
        </a:bodyPr>
        <a:lstStyle/>
        <a:p>
          <a:pPr marL="0" lvl="0" indent="0" algn="just" defTabSz="977900">
            <a:lnSpc>
              <a:spcPct val="100000"/>
            </a:lnSpc>
            <a:spcBef>
              <a:spcPct val="0"/>
            </a:spcBef>
            <a:spcAft>
              <a:spcPct val="35000"/>
            </a:spcAft>
            <a:buNone/>
          </a:pPr>
          <a:r>
            <a:rPr lang="en-US" sz="2200" b="0" kern="1200" dirty="0"/>
            <a:t>The fastest pitstop of the 2025 F1 season was 1.9 seconds by the Mclaren F1 team on the Hungarian grand prix</a:t>
          </a:r>
          <a:r>
            <a:rPr lang="en-US" sz="2400" b="0" kern="1200" dirty="0"/>
            <a:t>	</a:t>
          </a:r>
        </a:p>
      </dsp:txBody>
      <dsp:txXfrm>
        <a:off x="2167016" y="2346058"/>
        <a:ext cx="5744899" cy="1876204"/>
      </dsp:txXfrm>
    </dsp:sp>
    <dsp:sp modelId="{3FF0ADEA-819A-4A96-9753-87179136F274}">
      <dsp:nvSpPr>
        <dsp:cNvPr id="0" name=""/>
        <dsp:cNvSpPr/>
      </dsp:nvSpPr>
      <dsp:spPr>
        <a:xfrm>
          <a:off x="0" y="4670826"/>
          <a:ext cx="7911916" cy="1876204"/>
        </a:xfrm>
        <a:prstGeom prst="roundRect">
          <a:avLst>
            <a:gd name="adj" fmla="val 10000"/>
          </a:avLst>
        </a:prstGeom>
        <a:pattFill prst="pct5">
          <a:fgClr>
            <a:srgbClr val="FF0000"/>
          </a:fgClr>
          <a:bgClr>
            <a:schemeClr val="bg1"/>
          </a:bgClr>
        </a:pattFill>
        <a:ln>
          <a:noFill/>
        </a:ln>
        <a:effectLst/>
      </dsp:spPr>
      <dsp:style>
        <a:lnRef idx="0">
          <a:scrgbClr r="0" g="0" b="0"/>
        </a:lnRef>
        <a:fillRef idx="1">
          <a:scrgbClr r="0" g="0" b="0"/>
        </a:fillRef>
        <a:effectRef idx="0">
          <a:scrgbClr r="0" g="0" b="0"/>
        </a:effectRef>
        <a:fontRef idx="minor"/>
      </dsp:style>
    </dsp:sp>
    <dsp:sp modelId="{09972BE6-82BF-443C-914F-83930C63D47F}">
      <dsp:nvSpPr>
        <dsp:cNvPr id="0" name=""/>
        <dsp:cNvSpPr/>
      </dsp:nvSpPr>
      <dsp:spPr>
        <a:xfrm>
          <a:off x="471021" y="4963642"/>
          <a:ext cx="1224973" cy="1331549"/>
        </a:xfrm>
        <a:prstGeom prst="rect">
          <a:avLst/>
        </a:prstGeom>
        <a:blipFill>
          <a:blip xmlns:r="http://schemas.openxmlformats.org/officeDocument/2006/relationships" r:embed="rId3">
            <a:duotone>
              <a:schemeClr val="lt1">
                <a:hueOff val="0"/>
                <a:satOff val="0"/>
                <a:lumOff val="0"/>
                <a:alphaOff val="0"/>
                <a:shade val="20000"/>
                <a:satMod val="200000"/>
              </a:schemeClr>
              <a:schemeClr val="lt1">
                <a:hueOff val="0"/>
                <a:satOff val="0"/>
                <a:lumOff val="0"/>
                <a:alphaOff val="0"/>
                <a:tint val="12000"/>
                <a:satMod val="190000"/>
              </a:schemeClr>
            </a:duotone>
          </a:blip>
          <a:srcRect/>
          <a:stretch>
            <a:fillRect l="-39000" r="-39000"/>
          </a:stretch>
        </a:blipFill>
        <a:ln w="15875"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sp>
    <dsp:sp modelId="{FF589965-F8EC-4CFE-9963-248ED3F78E12}">
      <dsp:nvSpPr>
        <dsp:cNvPr id="0" name=""/>
        <dsp:cNvSpPr/>
      </dsp:nvSpPr>
      <dsp:spPr>
        <a:xfrm>
          <a:off x="2167016" y="4691314"/>
          <a:ext cx="5744899" cy="18762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565" tIns="198565" rIns="198565" bIns="198565" numCol="1" spcCol="1270" anchor="ctr" anchorCtr="0">
          <a:noAutofit/>
        </a:bodyPr>
        <a:lstStyle/>
        <a:p>
          <a:pPr marL="0" lvl="0" indent="0" algn="just" defTabSz="977900">
            <a:lnSpc>
              <a:spcPct val="100000"/>
            </a:lnSpc>
            <a:spcBef>
              <a:spcPct val="0"/>
            </a:spcBef>
            <a:spcAft>
              <a:spcPct val="35000"/>
            </a:spcAft>
            <a:buNone/>
          </a:pPr>
          <a:r>
            <a:rPr lang="en-US" sz="2200" kern="1200" noProof="0" dirty="0"/>
            <a:t>Andrea Kimi Antonelli podium on the Canadian grand prix converted him on the 3</a:t>
          </a:r>
          <a:r>
            <a:rPr lang="en-US" sz="2200" kern="1200" baseline="30000" noProof="0" dirty="0"/>
            <a:t>rd</a:t>
          </a:r>
          <a:r>
            <a:rPr lang="en-US" sz="2200" kern="1200" noProof="0" dirty="0"/>
            <a:t> youngest driver to achieve one in F1 history</a:t>
          </a:r>
        </a:p>
      </dsp:txBody>
      <dsp:txXfrm>
        <a:off x="2167016" y="4691314"/>
        <a:ext cx="5744899" cy="187620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48A87A34-81AB-432B-8DAE-1953F412C126}" type="datetimeFigureOut">
              <a:rPr lang="en-US" dirty="0"/>
              <a:pPr/>
              <a:t>11/20/2025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11/20/2025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11/20/2025</a:t>
            </a:fld>
            <a:endParaRPr lang="en-US" dirty="0"/>
          </a:p>
        </p:txBody>
      </p:sp>
      <p:sp>
        <p:nvSpPr>
          <p:cNvPr id="6" name="Footer Placeholder 5"/>
          <p:cNvSpPr>
            <a:spLocks noGrp="1"/>
          </p:cNvSpPr>
          <p:nvPr>
            <p:ph type="ftr" sz="quarter" idx="11"/>
          </p:nvPr>
        </p:nvSpPr>
        <p:spPr>
          <a:xfrm>
            <a:off x="804672" y="6227064"/>
            <a:ext cx="10588752" cy="320040"/>
          </a:xfrm>
        </p:spPr>
        <p:txBody>
          <a:bodyPr/>
          <a:lstStyle/>
          <a:p>
            <a:endParaRPr lang="en-US" dirty="0"/>
          </a:p>
        </p:txBody>
      </p:sp>
      <p:sp>
        <p:nvSpPr>
          <p:cNvPr id="7" name="Slide Number Placeholder 6"/>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48A87A34-81AB-432B-8DAE-1953F412C126}" type="datetimeFigureOut">
              <a:rPr lang="en-US" dirty="0"/>
              <a:t>11/20/2025</a:t>
            </a:fld>
            <a:endParaRPr lang="en-US" dirty="0"/>
          </a:p>
        </p:txBody>
      </p:sp>
      <p:sp>
        <p:nvSpPr>
          <p:cNvPr id="8" name="Footer Placeholder 7"/>
          <p:cNvSpPr>
            <a:spLocks noGrp="1"/>
          </p:cNvSpPr>
          <p:nvPr>
            <p:ph type="ftr" sz="quarter" idx="11"/>
          </p:nvPr>
        </p:nvSpPr>
        <p:spPr>
          <a:xfrm>
            <a:off x="804672" y="6227064"/>
            <a:ext cx="10588752" cy="320040"/>
          </a:xfrm>
        </p:spPr>
        <p:txBody>
          <a:bodyPr/>
          <a:lstStyle/>
          <a:p>
            <a:endParaRPr lang="en-US" dirty="0"/>
          </a:p>
        </p:txBody>
      </p:sp>
      <p:sp>
        <p:nvSpPr>
          <p:cNvPr id="9" name="Slide Number Placeholder 8"/>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48A87A34-81AB-432B-8DAE-1953F412C126}" type="datetimeFigureOut">
              <a:rPr lang="en-US" dirty="0"/>
              <a:t>11/20/2025</a:t>
            </a:fld>
            <a:endParaRPr lang="en-US" dirty="0"/>
          </a:p>
        </p:txBody>
      </p:sp>
      <p:sp>
        <p:nvSpPr>
          <p:cNvPr id="3" name="Footer Placeholder 2"/>
          <p:cNvSpPr>
            <a:spLocks noGrp="1"/>
          </p:cNvSpPr>
          <p:nvPr>
            <p:ph type="ftr" sz="quarter" idx="11"/>
          </p:nvPr>
        </p:nvSpPr>
        <p:spPr>
          <a:xfrm>
            <a:off x="804672" y="6227064"/>
            <a:ext cx="10588752" cy="320040"/>
          </a:xfrm>
        </p:spPr>
        <p:txBody>
          <a:bodyPr/>
          <a:lstStyle/>
          <a:p>
            <a:endParaRPr lang="en-US" dirty="0"/>
          </a:p>
        </p:txBody>
      </p:sp>
      <p:sp>
        <p:nvSpPr>
          <p:cNvPr id="4" name="Slide Number Placeholder 3"/>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48A87A34-81AB-432B-8DAE-1953F412C126}" type="datetimeFigureOut">
              <a:rPr lang="en-US" dirty="0"/>
              <a:t>11/20/2025</a:t>
            </a:fld>
            <a:endParaRPr lang="en-US" dirty="0"/>
          </a:p>
        </p:txBody>
      </p:sp>
      <p:sp>
        <p:nvSpPr>
          <p:cNvPr id="6" name="Footer Placeholder 5"/>
          <p:cNvSpPr>
            <a:spLocks noGrp="1"/>
          </p:cNvSpPr>
          <p:nvPr>
            <p:ph type="ftr" sz="quarter" idx="11"/>
          </p:nvPr>
        </p:nvSpPr>
        <p:spPr>
          <a:xfrm>
            <a:off x="804672" y="6227064"/>
            <a:ext cx="5942203" cy="320040"/>
          </a:xfrm>
        </p:spPr>
        <p:txBody>
          <a:bodyPr/>
          <a:lstStyle/>
          <a:p>
            <a:endParaRPr lang="en-US" dirty="0"/>
          </a:p>
        </p:txBody>
      </p:sp>
      <p:sp>
        <p:nvSpPr>
          <p:cNvPr id="7" name="Slide Number Placeholder 6"/>
          <p:cNvSpPr>
            <a:spLocks noGrp="1"/>
          </p:cNvSpPr>
          <p:nvPr>
            <p:ph type="sldNum" sz="quarter" idx="12"/>
          </p:nvPr>
        </p:nvSpPr>
        <p:spPr>
          <a:xfrm>
            <a:off x="5828377"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48A87A34-81AB-432B-8DAE-1953F412C126}" type="datetimeFigureOut">
              <a:rPr lang="en-US" dirty="0"/>
              <a:t>11/20/2025</a:t>
            </a:fld>
            <a:endParaRPr lang="en-US" dirty="0"/>
          </a:p>
        </p:txBody>
      </p:sp>
      <p:sp>
        <p:nvSpPr>
          <p:cNvPr id="5" name="Footer Placeholder 4"/>
          <p:cNvSpPr>
            <a:spLocks noGrp="1"/>
          </p:cNvSpPr>
          <p:nvPr>
            <p:ph type="ftr" sz="quarter" idx="11"/>
          </p:nvPr>
        </p:nvSpPr>
        <p:spPr>
          <a:xfrm>
            <a:off x="804672" y="6227064"/>
            <a:ext cx="10588752" cy="320040"/>
          </a:xfrm>
        </p:spPr>
        <p:txBody>
          <a:body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48A87A34-81AB-432B-8DAE-1953F412C126}" type="datetimeFigureOut">
              <a:rPr lang="en-US" dirty="0"/>
              <a:pPr/>
              <a:t>11/20/2025</a:t>
            </a:fld>
            <a:endParaRPr lang="en-US" dirty="0"/>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14" descr="A person in a white race suit&#10;&#10;AI-generated content may be incorrect.">
            <a:extLst>
              <a:ext uri="{FF2B5EF4-FFF2-40B4-BE49-F238E27FC236}">
                <a16:creationId xmlns:a16="http://schemas.microsoft.com/office/drawing/2014/main" id="{79CC69FD-5993-C2A4-870D-BFF5D5B7946E}"/>
              </a:ext>
            </a:extLst>
          </p:cNvPr>
          <p:cNvPicPr>
            <a:picLocks noChangeAspect="1"/>
          </p:cNvPicPr>
          <p:nvPr/>
        </p:nvPicPr>
        <p:blipFill>
          <a:blip r:embed="rId2"/>
          <a:srcRect l="1521" r="14021"/>
          <a:stretch>
            <a:fillRect/>
          </a:stretch>
        </p:blipFill>
        <p:spPr>
          <a:xfrm>
            <a:off x="712371" y="1080849"/>
            <a:ext cx="3903411" cy="5777151"/>
          </a:xfrm>
          <a:prstGeom prst="rect">
            <a:avLst/>
          </a:prstGeom>
        </p:spPr>
      </p:pic>
      <p:pic>
        <p:nvPicPr>
          <p:cNvPr id="97" name="Picture 96" descr="A red and white logo&#10;&#10;AI-generated content may be incorrect.">
            <a:extLst>
              <a:ext uri="{FF2B5EF4-FFF2-40B4-BE49-F238E27FC236}">
                <a16:creationId xmlns:a16="http://schemas.microsoft.com/office/drawing/2014/main" id="{769ADA5A-702D-C4B2-D7B0-4A3801517306}"/>
              </a:ext>
            </a:extLst>
          </p:cNvPr>
          <p:cNvPicPr>
            <a:picLocks noChangeAspect="1"/>
          </p:cNvPicPr>
          <p:nvPr/>
        </p:nvPicPr>
        <p:blipFill>
          <a:blip r:embed="rId3"/>
          <a:stretch>
            <a:fillRect/>
          </a:stretch>
        </p:blipFill>
        <p:spPr>
          <a:xfrm>
            <a:off x="4591108" y="2028564"/>
            <a:ext cx="6654684" cy="3743259"/>
          </a:xfrm>
          <a:prstGeom prst="rect">
            <a:avLst/>
          </a:prstGeom>
          <a:scene3d>
            <a:camera prst="perspectiveFront" fov="5400000"/>
            <a:lightRig rig="threePt" dir="t">
              <a:rot lat="0" lon="0" rev="2100000"/>
            </a:lightRig>
          </a:scene3d>
          <a:sp3d extrusionH="25400">
            <a:bevelT w="304800" h="152400" prst="hardEdge"/>
            <a:extrusionClr>
              <a:srgbClr val="000000"/>
            </a:extrusionClr>
          </a:sp3d>
        </p:spPr>
      </p:pic>
      <p:sp>
        <p:nvSpPr>
          <p:cNvPr id="3" name="TextBox 2">
            <a:extLst>
              <a:ext uri="{FF2B5EF4-FFF2-40B4-BE49-F238E27FC236}">
                <a16:creationId xmlns:a16="http://schemas.microsoft.com/office/drawing/2014/main" id="{B259B4BE-3582-88FB-9B2B-1B4E23ECA1D3}"/>
              </a:ext>
            </a:extLst>
          </p:cNvPr>
          <p:cNvSpPr txBox="1"/>
          <p:nvPr/>
        </p:nvSpPr>
        <p:spPr>
          <a:xfrm>
            <a:off x="4615782" y="1139208"/>
            <a:ext cx="5890853" cy="830997"/>
          </a:xfrm>
          <a:prstGeom prst="rect">
            <a:avLst/>
          </a:prstGeom>
          <a:noFill/>
        </p:spPr>
        <p:txBody>
          <a:bodyPr wrap="square">
            <a:spAutoFit/>
          </a:bodyPr>
          <a:lstStyle/>
          <a:p>
            <a:pPr algn="ctr"/>
            <a:r>
              <a:rPr lang="en-US" sz="2400" b="1" dirty="0">
                <a:solidFill>
                  <a:schemeClr val="bg1"/>
                </a:solidFill>
                <a:effectLst>
                  <a:outerShdw blurRad="38100" dist="38100" dir="2700000" algn="tl">
                    <a:srgbClr val="000000">
                      <a:alpha val="43137"/>
                    </a:srgbClr>
                  </a:outerShdw>
                </a:effectLst>
              </a:rPr>
              <a:t>FORMULA 1 AND THE ART OF AERODYNAMICS</a:t>
            </a:r>
          </a:p>
        </p:txBody>
      </p:sp>
    </p:spTree>
    <p:extLst>
      <p:ext uri="{BB962C8B-B14F-4D97-AF65-F5344CB8AC3E}">
        <p14:creationId xmlns:p14="http://schemas.microsoft.com/office/powerpoint/2010/main" val="2776196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1F6B20-63CD-1F4D-428D-EA4A88D5D7F3}"/>
            </a:ext>
          </a:extLst>
        </p:cNvPr>
        <p:cNvGrpSpPr/>
        <p:nvPr/>
      </p:nvGrpSpPr>
      <p:grpSpPr>
        <a:xfrm>
          <a:off x="0" y="0"/>
          <a:ext cx="0" cy="0"/>
          <a:chOff x="0" y="0"/>
          <a:chExt cx="0" cy="0"/>
        </a:xfrm>
      </p:grpSpPr>
      <p:sp useBgFill="1">
        <p:nvSpPr>
          <p:cNvPr id="141" name="Rectangle 140">
            <a:extLst>
              <a:ext uri="{FF2B5EF4-FFF2-40B4-BE49-F238E27FC236}">
                <a16:creationId xmlns:a16="http://schemas.microsoft.com/office/drawing/2014/main" id="{48CAE4AE-A9DF-45AF-9A9C-1712BC634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3" name="Group 142">
            <a:extLst>
              <a:ext uri="{FF2B5EF4-FFF2-40B4-BE49-F238E27FC236}">
                <a16:creationId xmlns:a16="http://schemas.microsoft.com/office/drawing/2014/main" id="{6C272060-BC98-4C91-A58F-4DFEC566CF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44" name="Freeform 5">
              <a:extLst>
                <a:ext uri="{FF2B5EF4-FFF2-40B4-BE49-F238E27FC236}">
                  <a16:creationId xmlns:a16="http://schemas.microsoft.com/office/drawing/2014/main" id="{8BA2DCB9-0DC0-4109-B2A2-56896E35E6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5" name="Freeform 6">
              <a:extLst>
                <a:ext uri="{FF2B5EF4-FFF2-40B4-BE49-F238E27FC236}">
                  <a16:creationId xmlns:a16="http://schemas.microsoft.com/office/drawing/2014/main" id="{64A33555-1142-4AD7-8084-1A99422A11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6" name="Freeform 7">
              <a:extLst>
                <a:ext uri="{FF2B5EF4-FFF2-40B4-BE49-F238E27FC236}">
                  <a16:creationId xmlns:a16="http://schemas.microsoft.com/office/drawing/2014/main" id="{BC6E4081-1A88-453E-8CCF-B97B0CE20D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7" name="Freeform 8">
              <a:extLst>
                <a:ext uri="{FF2B5EF4-FFF2-40B4-BE49-F238E27FC236}">
                  <a16:creationId xmlns:a16="http://schemas.microsoft.com/office/drawing/2014/main" id="{5B7E0935-6EE8-4C61-AED5-09B9A2A99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8" name="Freeform 9">
              <a:extLst>
                <a:ext uri="{FF2B5EF4-FFF2-40B4-BE49-F238E27FC236}">
                  <a16:creationId xmlns:a16="http://schemas.microsoft.com/office/drawing/2014/main" id="{EB962BD6-C878-48FF-A75E-DCC7BDA3C3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9" name="Freeform 10">
              <a:extLst>
                <a:ext uri="{FF2B5EF4-FFF2-40B4-BE49-F238E27FC236}">
                  <a16:creationId xmlns:a16="http://schemas.microsoft.com/office/drawing/2014/main" id="{CABF3786-BDE1-4FE5-9967-F6B6131A2C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0" name="Freeform 11">
              <a:extLst>
                <a:ext uri="{FF2B5EF4-FFF2-40B4-BE49-F238E27FC236}">
                  <a16:creationId xmlns:a16="http://schemas.microsoft.com/office/drawing/2014/main" id="{4969707A-C75E-4F7F-A5C2-2991C65475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1" name="Freeform 12">
              <a:extLst>
                <a:ext uri="{FF2B5EF4-FFF2-40B4-BE49-F238E27FC236}">
                  <a16:creationId xmlns:a16="http://schemas.microsoft.com/office/drawing/2014/main" id="{0E293989-8389-48CD-85D3-CAEFD5E96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2" name="Freeform 13">
              <a:extLst>
                <a:ext uri="{FF2B5EF4-FFF2-40B4-BE49-F238E27FC236}">
                  <a16:creationId xmlns:a16="http://schemas.microsoft.com/office/drawing/2014/main" id="{8DCF1E8B-9247-45E2-8641-90DA9F7D52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3" name="Freeform 14">
              <a:extLst>
                <a:ext uri="{FF2B5EF4-FFF2-40B4-BE49-F238E27FC236}">
                  <a16:creationId xmlns:a16="http://schemas.microsoft.com/office/drawing/2014/main" id="{48DF418F-91AD-4E55-AF3B-F28FF45961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4" name="Freeform 15">
              <a:extLst>
                <a:ext uri="{FF2B5EF4-FFF2-40B4-BE49-F238E27FC236}">
                  <a16:creationId xmlns:a16="http://schemas.microsoft.com/office/drawing/2014/main" id="{EDBF35BD-D1DA-49B1-AE30-289189DACD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5" name="Freeform 16">
              <a:extLst>
                <a:ext uri="{FF2B5EF4-FFF2-40B4-BE49-F238E27FC236}">
                  <a16:creationId xmlns:a16="http://schemas.microsoft.com/office/drawing/2014/main" id="{69198BEC-A3B6-4562-AB0F-3E7760026C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6" name="Freeform 17">
              <a:extLst>
                <a:ext uri="{FF2B5EF4-FFF2-40B4-BE49-F238E27FC236}">
                  <a16:creationId xmlns:a16="http://schemas.microsoft.com/office/drawing/2014/main" id="{9AB30D45-77AB-4323-83A2-1A637D07D5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7" name="Freeform 18">
              <a:extLst>
                <a:ext uri="{FF2B5EF4-FFF2-40B4-BE49-F238E27FC236}">
                  <a16:creationId xmlns:a16="http://schemas.microsoft.com/office/drawing/2014/main" id="{D1AD137E-7B63-434C-9D0D-5A64BB4968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8" name="Freeform 19">
              <a:extLst>
                <a:ext uri="{FF2B5EF4-FFF2-40B4-BE49-F238E27FC236}">
                  <a16:creationId xmlns:a16="http://schemas.microsoft.com/office/drawing/2014/main" id="{8B32BE2D-36DC-4BD0-952E-8FE32A70DB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9" name="Freeform 20">
              <a:extLst>
                <a:ext uri="{FF2B5EF4-FFF2-40B4-BE49-F238E27FC236}">
                  <a16:creationId xmlns:a16="http://schemas.microsoft.com/office/drawing/2014/main" id="{930295E0-AD01-4DB0-9829-AD91BED608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0" name="Freeform 21">
              <a:extLst>
                <a:ext uri="{FF2B5EF4-FFF2-40B4-BE49-F238E27FC236}">
                  <a16:creationId xmlns:a16="http://schemas.microsoft.com/office/drawing/2014/main" id="{29807E74-6BFD-4EA7-B3F3-92C0728A7D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1" name="Freeform 22">
              <a:extLst>
                <a:ext uri="{FF2B5EF4-FFF2-40B4-BE49-F238E27FC236}">
                  <a16:creationId xmlns:a16="http://schemas.microsoft.com/office/drawing/2014/main" id="{C9EDBF49-4B87-4B6F-BEE6-DDC4A63CE6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2" name="Freeform 23">
              <a:extLst>
                <a:ext uri="{FF2B5EF4-FFF2-40B4-BE49-F238E27FC236}">
                  <a16:creationId xmlns:a16="http://schemas.microsoft.com/office/drawing/2014/main" id="{7738C468-1405-4ED9-8392-F93FA995EE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3" name="Freeform 24">
              <a:extLst>
                <a:ext uri="{FF2B5EF4-FFF2-40B4-BE49-F238E27FC236}">
                  <a16:creationId xmlns:a16="http://schemas.microsoft.com/office/drawing/2014/main" id="{F16402CF-F511-450A-8584-8C8A5B7E9D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4" name="Freeform 25">
              <a:extLst>
                <a:ext uri="{FF2B5EF4-FFF2-40B4-BE49-F238E27FC236}">
                  <a16:creationId xmlns:a16="http://schemas.microsoft.com/office/drawing/2014/main" id="{85E5B49A-CFC2-4019-9BA6-528095F788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66" name="Rectangle 165">
            <a:extLst>
              <a:ext uri="{FF2B5EF4-FFF2-40B4-BE49-F238E27FC236}">
                <a16:creationId xmlns:a16="http://schemas.microsoft.com/office/drawing/2014/main" id="{E972DE0D-2E53-4159-ABD3-C60152426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720" y="795527"/>
            <a:ext cx="5970638" cy="5248847"/>
          </a:xfrm>
          <a:prstGeom prst="rect">
            <a:avLst/>
          </a:prstGeom>
          <a:solidFill>
            <a:schemeClr val="bg1"/>
          </a:solidFill>
          <a:ln w="19050">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descr="A table of numbers and letters&#10;&#10;AI-generated content may be incorrect.">
            <a:extLst>
              <a:ext uri="{FF2B5EF4-FFF2-40B4-BE49-F238E27FC236}">
                <a16:creationId xmlns:a16="http://schemas.microsoft.com/office/drawing/2014/main" id="{29C5A65C-D7B7-571C-FB1B-3063BAD3464B}"/>
              </a:ext>
            </a:extLst>
          </p:cNvPr>
          <p:cNvPicPr>
            <a:picLocks noChangeAspect="1"/>
          </p:cNvPicPr>
          <p:nvPr/>
        </p:nvPicPr>
        <p:blipFill>
          <a:blip r:embed="rId2"/>
          <a:srcRect r="2586" b="1"/>
          <a:stretch>
            <a:fillRect/>
          </a:stretch>
        </p:blipFill>
        <p:spPr>
          <a:xfrm>
            <a:off x="899515" y="791353"/>
            <a:ext cx="5885727" cy="50536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Content Placeholder 2">
            <a:extLst>
              <a:ext uri="{FF2B5EF4-FFF2-40B4-BE49-F238E27FC236}">
                <a16:creationId xmlns:a16="http://schemas.microsoft.com/office/drawing/2014/main" id="{0C5B51DD-DA3B-9DA9-8F49-48B558F9B569}"/>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7304200" y="827088"/>
            <a:ext cx="4606813" cy="4862513"/>
          </a:xfrm>
          <a:solidFill>
            <a:srgbClr val="FF0000"/>
          </a:solidFill>
        </p:spPr>
        <p:txBody>
          <a:bodyPr>
            <a:normAutofit lnSpcReduction="10000"/>
          </a:bodyPr>
          <a:lstStyle/>
          <a:p>
            <a:pPr marL="0" indent="0">
              <a:lnSpc>
                <a:spcPct val="110000"/>
              </a:lnSpc>
              <a:buNone/>
            </a:pPr>
            <a:r>
              <a:rPr lang="en-US" dirty="0">
                <a:solidFill>
                  <a:schemeClr val="bg1"/>
                </a:solidFill>
                <a:latin typeface="Cooper Black" panose="0208090404030B020404" pitchFamily="18" charset="0"/>
                <a:cs typeface="Arial" panose="020B0604020202020204" pitchFamily="34" charset="0"/>
              </a:rPr>
              <a:t>DATASET</a:t>
            </a:r>
          </a:p>
          <a:p>
            <a:pPr marL="0" indent="0">
              <a:lnSpc>
                <a:spcPct val="110000"/>
              </a:lnSpc>
              <a:buNone/>
            </a:pPr>
            <a:r>
              <a:rPr lang="en-US" dirty="0">
                <a:solidFill>
                  <a:schemeClr val="bg1"/>
                </a:solidFill>
                <a:latin typeface="Cooper Black" panose="0208090404030B020404" pitchFamily="18" charset="0"/>
                <a:cs typeface="Arial" panose="020B0604020202020204" pitchFamily="34" charset="0"/>
              </a:rPr>
              <a:t>The project integrates data related to race results, team, driver, position, and time, with a wind tunnel summary.</a:t>
            </a:r>
          </a:p>
          <a:p>
            <a:pPr marL="0" indent="0">
              <a:lnSpc>
                <a:spcPct val="110000"/>
              </a:lnSpc>
              <a:buNone/>
            </a:pPr>
            <a:r>
              <a:rPr lang="en-US" dirty="0">
                <a:solidFill>
                  <a:schemeClr val="bg1"/>
                </a:solidFill>
                <a:latin typeface="Cooper Black" panose="0208090404030B020404" pitchFamily="18" charset="0"/>
                <a:cs typeface="Arial" panose="020B0604020202020204" pitchFamily="34" charset="0"/>
              </a:rPr>
              <a:t>Dimensions: F1_race_traces.csv (23 variables, 878 observations) and </a:t>
            </a:r>
            <a:r>
              <a:rPr lang="en-US" dirty="0" err="1">
                <a:solidFill>
                  <a:schemeClr val="bg1"/>
                </a:solidFill>
                <a:latin typeface="Cooper Black" panose="0208090404030B020404" pitchFamily="18" charset="0"/>
                <a:cs typeface="Arial" panose="020B0604020202020204" pitchFamily="34" charset="0"/>
              </a:rPr>
              <a:t>constructors_wind_tunnel.csv</a:t>
            </a:r>
            <a:r>
              <a:rPr lang="en-US" dirty="0">
                <a:solidFill>
                  <a:schemeClr val="bg1"/>
                </a:solidFill>
                <a:latin typeface="Cooper Black" panose="0208090404030B020404" pitchFamily="18" charset="0"/>
                <a:cs typeface="Arial" panose="020B0604020202020204" pitchFamily="34" charset="0"/>
              </a:rPr>
              <a:t> (6 variables, 10 observations).</a:t>
            </a:r>
          </a:p>
          <a:p>
            <a:pPr marL="0" indent="0">
              <a:lnSpc>
                <a:spcPct val="110000"/>
              </a:lnSpc>
              <a:buNone/>
            </a:pPr>
            <a:r>
              <a:rPr lang="en-US" dirty="0">
                <a:solidFill>
                  <a:schemeClr val="bg1"/>
                </a:solidFill>
                <a:latin typeface="Cooper Black" panose="0208090404030B020404" pitchFamily="18" charset="0"/>
                <a:cs typeface="Arial" panose="020B0604020202020204" pitchFamily="34" charset="0"/>
              </a:rPr>
              <a:t>The project information was compartmentalized across multiple files, so I needed to integrate it, remove irrelevant data, and synthesize points earned by drivers and teams to provide evidence to support the project's conclusions.</a:t>
            </a:r>
          </a:p>
        </p:txBody>
      </p:sp>
    </p:spTree>
    <p:extLst>
      <p:ext uri="{BB962C8B-B14F-4D97-AF65-F5344CB8AC3E}">
        <p14:creationId xmlns:p14="http://schemas.microsoft.com/office/powerpoint/2010/main" val="1117142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C5918A-1DC5-4CF3-AA27-00AA3088A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B786683A-6FD6-4BF7-B3B0-DC3976773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274788" y="-15796"/>
            <a:ext cx="7911916" cy="6889592"/>
          </a:xfrm>
          <a:custGeom>
            <a:avLst/>
            <a:gdLst>
              <a:gd name="connsiteX0" fmla="*/ 1144064 w 7911916"/>
              <a:gd name="connsiteY0" fmla="*/ 0 h 6889592"/>
              <a:gd name="connsiteX1" fmla="*/ 7911916 w 7911916"/>
              <a:gd name="connsiteY1" fmla="*/ 0 h 6889592"/>
              <a:gd name="connsiteX2" fmla="*/ 7911916 w 7911916"/>
              <a:gd name="connsiteY2" fmla="*/ 6889592 h 6889592"/>
              <a:gd name="connsiteX3" fmla="*/ 1282780 w 7911916"/>
              <a:gd name="connsiteY3" fmla="*/ 6889592 h 6889592"/>
              <a:gd name="connsiteX4" fmla="*/ 1021588 w 7911916"/>
              <a:gd name="connsiteY4" fmla="*/ 6461391 h 6889592"/>
              <a:gd name="connsiteX5" fmla="*/ 841264 w 7911916"/>
              <a:gd name="connsiteY5" fmla="*/ 370936 h 6889592"/>
              <a:gd name="connsiteX6" fmla="*/ 1119707 w 7911916"/>
              <a:gd name="connsiteY6" fmla="*/ 26053 h 688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1916" h="6889592">
                <a:moveTo>
                  <a:pt x="1144064" y="0"/>
                </a:moveTo>
                <a:lnTo>
                  <a:pt x="7911916" y="0"/>
                </a:lnTo>
                <a:lnTo>
                  <a:pt x="7911916" y="6889592"/>
                </a:lnTo>
                <a:lnTo>
                  <a:pt x="1282780" y="6889592"/>
                </a:lnTo>
                <a:lnTo>
                  <a:pt x="1021588" y="6461391"/>
                </a:lnTo>
                <a:cubicBezTo>
                  <a:pt x="-73086" y="4533675"/>
                  <a:pt x="-509682" y="2192905"/>
                  <a:pt x="841264" y="370936"/>
                </a:cubicBezTo>
                <a:cubicBezTo>
                  <a:pt x="928899" y="253509"/>
                  <a:pt x="1021859" y="138477"/>
                  <a:pt x="1119707" y="26053"/>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Shape 11">
            <a:extLst>
              <a:ext uri="{FF2B5EF4-FFF2-40B4-BE49-F238E27FC236}">
                <a16:creationId xmlns:a16="http://schemas.microsoft.com/office/drawing/2014/main" id="{05169E50-59FB-4AEE-B61D-44A882A4C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49750" y="-6726"/>
            <a:ext cx="5931659" cy="6871452"/>
          </a:xfrm>
          <a:custGeom>
            <a:avLst/>
            <a:gdLst>
              <a:gd name="connsiteX0" fmla="*/ 2429503 w 5931659"/>
              <a:gd name="connsiteY0" fmla="*/ 0 h 6871452"/>
              <a:gd name="connsiteX1" fmla="*/ 5931659 w 5931659"/>
              <a:gd name="connsiteY1" fmla="*/ 0 h 6871452"/>
              <a:gd name="connsiteX2" fmla="*/ 5931659 w 5931659"/>
              <a:gd name="connsiteY2" fmla="*/ 6871452 h 6871452"/>
              <a:gd name="connsiteX3" fmla="*/ 1302090 w 5931659"/>
              <a:gd name="connsiteY3" fmla="*/ 6871452 h 6871452"/>
              <a:gd name="connsiteX4" fmla="*/ 1257860 w 5931659"/>
              <a:gd name="connsiteY4" fmla="*/ 6820098 h 6871452"/>
              <a:gd name="connsiteX5" fmla="*/ 456609 w 5931659"/>
              <a:gd name="connsiteY5" fmla="*/ 1965059 h 6871452"/>
              <a:gd name="connsiteX6" fmla="*/ 2356353 w 5931659"/>
              <a:gd name="connsiteY6" fmla="*/ 42030 h 687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1659" h="6871452">
                <a:moveTo>
                  <a:pt x="2429503" y="0"/>
                </a:moveTo>
                <a:lnTo>
                  <a:pt x="5931659" y="0"/>
                </a:lnTo>
                <a:lnTo>
                  <a:pt x="5931659" y="6871452"/>
                </a:lnTo>
                <a:lnTo>
                  <a:pt x="1302090" y="6871452"/>
                </a:lnTo>
                <a:lnTo>
                  <a:pt x="1257860" y="6820098"/>
                </a:lnTo>
                <a:cubicBezTo>
                  <a:pt x="121068" y="5395213"/>
                  <a:pt x="-469022" y="3541076"/>
                  <a:pt x="456609" y="1965059"/>
                </a:cubicBezTo>
                <a:cubicBezTo>
                  <a:pt x="919425" y="1178905"/>
                  <a:pt x="1583566" y="524859"/>
                  <a:pt x="2356353" y="42030"/>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Shape 13">
            <a:extLst>
              <a:ext uri="{FF2B5EF4-FFF2-40B4-BE49-F238E27FC236}">
                <a16:creationId xmlns:a16="http://schemas.microsoft.com/office/drawing/2014/main" id="{117C30F0-5A38-4B60-B632-3AF7C2780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33528" y="-3116"/>
            <a:ext cx="6766974" cy="6864232"/>
          </a:xfrm>
          <a:custGeom>
            <a:avLst/>
            <a:gdLst>
              <a:gd name="connsiteX0" fmla="*/ 2135088 w 6766974"/>
              <a:gd name="connsiteY0" fmla="*/ 0 h 6864232"/>
              <a:gd name="connsiteX1" fmla="*/ 6766974 w 6766974"/>
              <a:gd name="connsiteY1" fmla="*/ 0 h 6864232"/>
              <a:gd name="connsiteX2" fmla="*/ 6766974 w 6766974"/>
              <a:gd name="connsiteY2" fmla="*/ 6864232 h 6864232"/>
              <a:gd name="connsiteX3" fmla="*/ 1128977 w 6766974"/>
              <a:gd name="connsiteY3" fmla="*/ 6864232 h 6864232"/>
              <a:gd name="connsiteX4" fmla="*/ 1004776 w 6766974"/>
              <a:gd name="connsiteY4" fmla="*/ 6687663 h 6864232"/>
              <a:gd name="connsiteX5" fmla="*/ 709736 w 6766974"/>
              <a:gd name="connsiteY5" fmla="*/ 1521351 h 6864232"/>
              <a:gd name="connsiteX6" fmla="*/ 1896284 w 6766974"/>
              <a:gd name="connsiteY6" fmla="*/ 197391 h 68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974" h="6864232">
                <a:moveTo>
                  <a:pt x="2135088" y="0"/>
                </a:moveTo>
                <a:lnTo>
                  <a:pt x="6766974" y="0"/>
                </a:lnTo>
                <a:lnTo>
                  <a:pt x="6766974" y="6864232"/>
                </a:lnTo>
                <a:lnTo>
                  <a:pt x="1128977" y="6864232"/>
                </a:lnTo>
                <a:lnTo>
                  <a:pt x="1004776" y="6687663"/>
                </a:lnTo>
                <a:cubicBezTo>
                  <a:pt x="-54053" y="5122098"/>
                  <a:pt x="-463081" y="3202457"/>
                  <a:pt x="709736" y="1521351"/>
                </a:cubicBezTo>
                <a:cubicBezTo>
                  <a:pt x="1045443" y="1039181"/>
                  <a:pt x="1446565" y="592246"/>
                  <a:pt x="1896284" y="197391"/>
                </a:cubicBezTo>
                <a:close/>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Shape 15">
            <a:extLst>
              <a:ext uri="{FF2B5EF4-FFF2-40B4-BE49-F238E27FC236}">
                <a16:creationId xmlns:a16="http://schemas.microsoft.com/office/drawing/2014/main" id="{A200CBA5-3F2B-4AAC-9F86-99AFECC19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36" y="0"/>
            <a:ext cx="5238864" cy="6858000"/>
          </a:xfrm>
          <a:custGeom>
            <a:avLst/>
            <a:gdLst>
              <a:gd name="connsiteX0" fmla="*/ 2829115 w 5238864"/>
              <a:gd name="connsiteY0" fmla="*/ 0 h 6864726"/>
              <a:gd name="connsiteX1" fmla="*/ 5238864 w 5238864"/>
              <a:gd name="connsiteY1" fmla="*/ 0 h 6864726"/>
              <a:gd name="connsiteX2" fmla="*/ 5238864 w 5238864"/>
              <a:gd name="connsiteY2" fmla="*/ 6864726 h 6864726"/>
              <a:gd name="connsiteX3" fmla="*/ 1518091 w 5238864"/>
              <a:gd name="connsiteY3" fmla="*/ 6864726 h 6864726"/>
              <a:gd name="connsiteX4" fmla="*/ 1435414 w 5238864"/>
              <a:gd name="connsiteY4" fmla="*/ 6778879 h 6864726"/>
              <a:gd name="connsiteX5" fmla="*/ 406006 w 5238864"/>
              <a:gd name="connsiteY5" fmla="*/ 2093910 h 6864726"/>
              <a:gd name="connsiteX6" fmla="*/ 2559142 w 5238864"/>
              <a:gd name="connsiteY6" fmla="*/ 124487 h 686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8864" h="6864726">
                <a:moveTo>
                  <a:pt x="2829115" y="0"/>
                </a:moveTo>
                <a:lnTo>
                  <a:pt x="5238864" y="0"/>
                </a:lnTo>
                <a:lnTo>
                  <a:pt x="5238864" y="6864726"/>
                </a:lnTo>
                <a:lnTo>
                  <a:pt x="1518091" y="6864726"/>
                </a:lnTo>
                <a:lnTo>
                  <a:pt x="1435414" y="6778879"/>
                </a:lnTo>
                <a:cubicBezTo>
                  <a:pt x="226066" y="5476104"/>
                  <a:pt x="-499346" y="3635393"/>
                  <a:pt x="406006" y="2093910"/>
                </a:cubicBezTo>
                <a:cubicBezTo>
                  <a:pt x="907547" y="1241972"/>
                  <a:pt x="1674986" y="564513"/>
                  <a:pt x="2559142" y="12448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C9CF5BD-FAC3-A9D7-F074-A26F9B80FF21}"/>
              </a:ext>
            </a:extLst>
          </p:cNvPr>
          <p:cNvSpPr>
            <a:spLocks noGrp="1"/>
          </p:cNvSpPr>
          <p:nvPr>
            <p:ph type="title"/>
          </p:nvPr>
        </p:nvSpPr>
        <p:spPr>
          <a:xfrm>
            <a:off x="8200676" y="999492"/>
            <a:ext cx="3784165" cy="4589717"/>
          </a:xfrm>
        </p:spPr>
        <p:txBody>
          <a:bodyPr>
            <a:normAutofit/>
          </a:bodyPr>
          <a:lstStyle/>
          <a:p>
            <a:pPr algn="l"/>
            <a:r>
              <a:rPr lang="es-US" sz="3700" b="1" dirty="0">
                <a:latin typeface="+mn-lt"/>
                <a:cs typeface="Arial" panose="020B0604020202020204" pitchFamily="34" charset="0"/>
              </a:rPr>
              <a:t>INTERESTING STATICS  OR GROUPINGS</a:t>
            </a:r>
          </a:p>
        </p:txBody>
      </p:sp>
      <p:sp>
        <p:nvSpPr>
          <p:cNvPr id="3" name="Content Placeholder 2">
            <a:extLst>
              <a:ext uri="{FF2B5EF4-FFF2-40B4-BE49-F238E27FC236}">
                <a16:creationId xmlns:a16="http://schemas.microsoft.com/office/drawing/2014/main" id="{64ABF63F-93A8-43BB-7BBF-C9F635CCF07C}"/>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798577" y="794042"/>
            <a:ext cx="5427137" cy="5248622"/>
          </a:xfrm>
        </p:spPr>
        <p:txBody>
          <a:bodyPr>
            <a:normAutofit/>
          </a:bodyPr>
          <a:lstStyle/>
          <a:p>
            <a:pPr marL="0" indent="0">
              <a:buNone/>
            </a:pPr>
            <a:endParaRPr lang="en-US" sz="1600">
              <a:latin typeface="Arial" panose="020B0604020202020204" pitchFamily="34" charset="0"/>
              <a:cs typeface="Arial" panose="020B0604020202020204" pitchFamily="34" charset="0"/>
            </a:endParaRPr>
          </a:p>
          <a:p>
            <a:pPr marL="0" indent="0">
              <a:buNone/>
            </a:pPr>
            <a:endParaRPr lang="en-US" sz="1600">
              <a:latin typeface="Arial" panose="020B0604020202020204" pitchFamily="34" charset="0"/>
              <a:cs typeface="Arial" panose="020B0604020202020204" pitchFamily="34" charset="0"/>
            </a:endParaRPr>
          </a:p>
        </p:txBody>
      </p:sp>
      <p:graphicFrame>
        <p:nvGraphicFramePr>
          <p:cNvPr id="18" name="TextBox 4">
            <a:extLst>
              <a:ext uri="{FF2B5EF4-FFF2-40B4-BE49-F238E27FC236}">
                <a16:creationId xmlns:a16="http://schemas.microsoft.com/office/drawing/2014/main" id="{596864B4-BBB6-24F8-4899-70023EBD3024}"/>
              </a:ext>
            </a:extLst>
          </p:cNvPr>
          <p:cNvGraphicFramePr/>
          <p:nvPr>
            <p:extLst>
              <p:ext uri="{D42A27DB-BD31-4B8C-83A1-F6EECF244321}">
                <p14:modId xmlns:p14="http://schemas.microsoft.com/office/powerpoint/2010/main" val="9007212"/>
              </p:ext>
            </p:extLst>
          </p:nvPr>
        </p:nvGraphicFramePr>
        <p:xfrm>
          <a:off x="130988" y="289679"/>
          <a:ext cx="7730142" cy="65683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8893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BF1F49-ADF1-DE7D-C889-7C9631518BA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5441DA-3807-75FA-BA02-E5D8D1BA5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ckwell" panose="02060603020205020403"/>
              <a:ea typeface="+mn-ea"/>
              <a:cs typeface="+mn-cs"/>
            </a:endParaRPr>
          </a:p>
        </p:txBody>
      </p:sp>
      <p:sp>
        <p:nvSpPr>
          <p:cNvPr id="10" name="Freeform: Shape 9">
            <a:extLst>
              <a:ext uri="{FF2B5EF4-FFF2-40B4-BE49-F238E27FC236}">
                <a16:creationId xmlns:a16="http://schemas.microsoft.com/office/drawing/2014/main" id="{1C35E036-C2A5-453D-DE60-B2A820DB87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274788" y="-15796"/>
            <a:ext cx="7911916" cy="6889592"/>
          </a:xfrm>
          <a:custGeom>
            <a:avLst/>
            <a:gdLst>
              <a:gd name="connsiteX0" fmla="*/ 1144064 w 7911916"/>
              <a:gd name="connsiteY0" fmla="*/ 0 h 6889592"/>
              <a:gd name="connsiteX1" fmla="*/ 7911916 w 7911916"/>
              <a:gd name="connsiteY1" fmla="*/ 0 h 6889592"/>
              <a:gd name="connsiteX2" fmla="*/ 7911916 w 7911916"/>
              <a:gd name="connsiteY2" fmla="*/ 6889592 h 6889592"/>
              <a:gd name="connsiteX3" fmla="*/ 1282780 w 7911916"/>
              <a:gd name="connsiteY3" fmla="*/ 6889592 h 6889592"/>
              <a:gd name="connsiteX4" fmla="*/ 1021588 w 7911916"/>
              <a:gd name="connsiteY4" fmla="*/ 6461391 h 6889592"/>
              <a:gd name="connsiteX5" fmla="*/ 841264 w 7911916"/>
              <a:gd name="connsiteY5" fmla="*/ 370936 h 6889592"/>
              <a:gd name="connsiteX6" fmla="*/ 1119707 w 7911916"/>
              <a:gd name="connsiteY6" fmla="*/ 26053 h 6889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11916" h="6889592">
                <a:moveTo>
                  <a:pt x="1144064" y="0"/>
                </a:moveTo>
                <a:lnTo>
                  <a:pt x="7911916" y="0"/>
                </a:lnTo>
                <a:lnTo>
                  <a:pt x="7911916" y="6889592"/>
                </a:lnTo>
                <a:lnTo>
                  <a:pt x="1282780" y="6889592"/>
                </a:lnTo>
                <a:lnTo>
                  <a:pt x="1021588" y="6461391"/>
                </a:lnTo>
                <a:cubicBezTo>
                  <a:pt x="-73086" y="4533675"/>
                  <a:pt x="-509682" y="2192905"/>
                  <a:pt x="841264" y="370936"/>
                </a:cubicBezTo>
                <a:cubicBezTo>
                  <a:pt x="928899" y="253509"/>
                  <a:pt x="1021859" y="138477"/>
                  <a:pt x="1119707" y="26053"/>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Rockwell" panose="02060603020205020403"/>
              <a:ea typeface="+mn-ea"/>
              <a:cs typeface="+mn-cs"/>
            </a:endParaRPr>
          </a:p>
        </p:txBody>
      </p:sp>
      <p:sp>
        <p:nvSpPr>
          <p:cNvPr id="12" name="Freeform: Shape 11">
            <a:extLst>
              <a:ext uri="{FF2B5EF4-FFF2-40B4-BE49-F238E27FC236}">
                <a16:creationId xmlns:a16="http://schemas.microsoft.com/office/drawing/2014/main" id="{E8858303-0302-F218-ABF2-CE1208B358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49750" y="-6726"/>
            <a:ext cx="5931659" cy="6871452"/>
          </a:xfrm>
          <a:custGeom>
            <a:avLst/>
            <a:gdLst>
              <a:gd name="connsiteX0" fmla="*/ 2429503 w 5931659"/>
              <a:gd name="connsiteY0" fmla="*/ 0 h 6871452"/>
              <a:gd name="connsiteX1" fmla="*/ 5931659 w 5931659"/>
              <a:gd name="connsiteY1" fmla="*/ 0 h 6871452"/>
              <a:gd name="connsiteX2" fmla="*/ 5931659 w 5931659"/>
              <a:gd name="connsiteY2" fmla="*/ 6871452 h 6871452"/>
              <a:gd name="connsiteX3" fmla="*/ 1302090 w 5931659"/>
              <a:gd name="connsiteY3" fmla="*/ 6871452 h 6871452"/>
              <a:gd name="connsiteX4" fmla="*/ 1257860 w 5931659"/>
              <a:gd name="connsiteY4" fmla="*/ 6820098 h 6871452"/>
              <a:gd name="connsiteX5" fmla="*/ 456609 w 5931659"/>
              <a:gd name="connsiteY5" fmla="*/ 1965059 h 6871452"/>
              <a:gd name="connsiteX6" fmla="*/ 2356353 w 5931659"/>
              <a:gd name="connsiteY6" fmla="*/ 42030 h 687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1659" h="6871452">
                <a:moveTo>
                  <a:pt x="2429503" y="0"/>
                </a:moveTo>
                <a:lnTo>
                  <a:pt x="5931659" y="0"/>
                </a:lnTo>
                <a:lnTo>
                  <a:pt x="5931659" y="6871452"/>
                </a:lnTo>
                <a:lnTo>
                  <a:pt x="1302090" y="6871452"/>
                </a:lnTo>
                <a:lnTo>
                  <a:pt x="1257860" y="6820098"/>
                </a:lnTo>
                <a:cubicBezTo>
                  <a:pt x="121068" y="5395213"/>
                  <a:pt x="-469022" y="3541076"/>
                  <a:pt x="456609" y="1965059"/>
                </a:cubicBezTo>
                <a:cubicBezTo>
                  <a:pt x="919425" y="1178905"/>
                  <a:pt x="1583566" y="524859"/>
                  <a:pt x="2356353" y="42030"/>
                </a:cubicBezTo>
                <a:close/>
              </a:path>
            </a:pathLst>
          </a:custGeom>
          <a:noFill/>
          <a:ln w="9525" cap="flat">
            <a:solidFill>
              <a:schemeClr val="tx1">
                <a:alpha val="1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Rockwell" panose="02060603020205020403"/>
              <a:ea typeface="+mn-ea"/>
              <a:cs typeface="+mn-cs"/>
            </a:endParaRPr>
          </a:p>
        </p:txBody>
      </p:sp>
      <p:sp>
        <p:nvSpPr>
          <p:cNvPr id="14" name="Freeform: Shape 13">
            <a:extLst>
              <a:ext uri="{FF2B5EF4-FFF2-40B4-BE49-F238E27FC236}">
                <a16:creationId xmlns:a16="http://schemas.microsoft.com/office/drawing/2014/main" id="{AFAB5534-F756-ED5E-9079-ECC08C7B02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33528" y="-3116"/>
            <a:ext cx="6766974" cy="6864232"/>
          </a:xfrm>
          <a:custGeom>
            <a:avLst/>
            <a:gdLst>
              <a:gd name="connsiteX0" fmla="*/ 2135088 w 6766974"/>
              <a:gd name="connsiteY0" fmla="*/ 0 h 6864232"/>
              <a:gd name="connsiteX1" fmla="*/ 6766974 w 6766974"/>
              <a:gd name="connsiteY1" fmla="*/ 0 h 6864232"/>
              <a:gd name="connsiteX2" fmla="*/ 6766974 w 6766974"/>
              <a:gd name="connsiteY2" fmla="*/ 6864232 h 6864232"/>
              <a:gd name="connsiteX3" fmla="*/ 1128977 w 6766974"/>
              <a:gd name="connsiteY3" fmla="*/ 6864232 h 6864232"/>
              <a:gd name="connsiteX4" fmla="*/ 1004776 w 6766974"/>
              <a:gd name="connsiteY4" fmla="*/ 6687663 h 6864232"/>
              <a:gd name="connsiteX5" fmla="*/ 709736 w 6766974"/>
              <a:gd name="connsiteY5" fmla="*/ 1521351 h 6864232"/>
              <a:gd name="connsiteX6" fmla="*/ 1896284 w 6766974"/>
              <a:gd name="connsiteY6" fmla="*/ 197391 h 68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6974" h="6864232">
                <a:moveTo>
                  <a:pt x="2135088" y="0"/>
                </a:moveTo>
                <a:lnTo>
                  <a:pt x="6766974" y="0"/>
                </a:lnTo>
                <a:lnTo>
                  <a:pt x="6766974" y="6864232"/>
                </a:lnTo>
                <a:lnTo>
                  <a:pt x="1128977" y="6864232"/>
                </a:lnTo>
                <a:lnTo>
                  <a:pt x="1004776" y="6687663"/>
                </a:lnTo>
                <a:cubicBezTo>
                  <a:pt x="-54053" y="5122098"/>
                  <a:pt x="-463081" y="3202457"/>
                  <a:pt x="709736" y="1521351"/>
                </a:cubicBezTo>
                <a:cubicBezTo>
                  <a:pt x="1045443" y="1039181"/>
                  <a:pt x="1446565" y="592246"/>
                  <a:pt x="1896284" y="197391"/>
                </a:cubicBezTo>
                <a:close/>
              </a:path>
            </a:pathLst>
          </a:custGeom>
          <a:noFill/>
          <a:ln w="9525" cap="flat">
            <a:solidFill>
              <a:schemeClr val="tx1">
                <a:alpha val="1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Rockwell" panose="02060603020205020403"/>
              <a:ea typeface="+mn-ea"/>
              <a:cs typeface="+mn-cs"/>
            </a:endParaRPr>
          </a:p>
        </p:txBody>
      </p:sp>
      <p:sp>
        <p:nvSpPr>
          <p:cNvPr id="16" name="Freeform: Shape 15">
            <a:extLst>
              <a:ext uri="{FF2B5EF4-FFF2-40B4-BE49-F238E27FC236}">
                <a16:creationId xmlns:a16="http://schemas.microsoft.com/office/drawing/2014/main" id="{504D6EC5-7025-ED68-F007-BA3C92000F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3136" y="0"/>
            <a:ext cx="5238864" cy="6858000"/>
          </a:xfrm>
          <a:custGeom>
            <a:avLst/>
            <a:gdLst>
              <a:gd name="connsiteX0" fmla="*/ 2829115 w 5238864"/>
              <a:gd name="connsiteY0" fmla="*/ 0 h 6864726"/>
              <a:gd name="connsiteX1" fmla="*/ 5238864 w 5238864"/>
              <a:gd name="connsiteY1" fmla="*/ 0 h 6864726"/>
              <a:gd name="connsiteX2" fmla="*/ 5238864 w 5238864"/>
              <a:gd name="connsiteY2" fmla="*/ 6864726 h 6864726"/>
              <a:gd name="connsiteX3" fmla="*/ 1518091 w 5238864"/>
              <a:gd name="connsiteY3" fmla="*/ 6864726 h 6864726"/>
              <a:gd name="connsiteX4" fmla="*/ 1435414 w 5238864"/>
              <a:gd name="connsiteY4" fmla="*/ 6778879 h 6864726"/>
              <a:gd name="connsiteX5" fmla="*/ 406006 w 5238864"/>
              <a:gd name="connsiteY5" fmla="*/ 2093910 h 6864726"/>
              <a:gd name="connsiteX6" fmla="*/ 2559142 w 5238864"/>
              <a:gd name="connsiteY6" fmla="*/ 124487 h 686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8864" h="6864726">
                <a:moveTo>
                  <a:pt x="2829115" y="0"/>
                </a:moveTo>
                <a:lnTo>
                  <a:pt x="5238864" y="0"/>
                </a:lnTo>
                <a:lnTo>
                  <a:pt x="5238864" y="6864726"/>
                </a:lnTo>
                <a:lnTo>
                  <a:pt x="1518091" y="6864726"/>
                </a:lnTo>
                <a:lnTo>
                  <a:pt x="1435414" y="6778879"/>
                </a:lnTo>
                <a:cubicBezTo>
                  <a:pt x="226066" y="5476104"/>
                  <a:pt x="-499346" y="3635393"/>
                  <a:pt x="406006" y="2093910"/>
                </a:cubicBezTo>
                <a:cubicBezTo>
                  <a:pt x="907547" y="1241972"/>
                  <a:pt x="1674986" y="564513"/>
                  <a:pt x="2559142" y="12448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sp>
        <p:nvSpPr>
          <p:cNvPr id="2" name="Title 1">
            <a:extLst>
              <a:ext uri="{FF2B5EF4-FFF2-40B4-BE49-F238E27FC236}">
                <a16:creationId xmlns:a16="http://schemas.microsoft.com/office/drawing/2014/main" id="{4F6C1AB7-7319-4CFB-8732-DA1565F29FA0}"/>
              </a:ext>
            </a:extLst>
          </p:cNvPr>
          <p:cNvSpPr>
            <a:spLocks noGrp="1"/>
          </p:cNvSpPr>
          <p:nvPr>
            <p:ph type="title"/>
          </p:nvPr>
        </p:nvSpPr>
        <p:spPr>
          <a:xfrm>
            <a:off x="8200676" y="999492"/>
            <a:ext cx="3784165" cy="4589717"/>
          </a:xfrm>
        </p:spPr>
        <p:txBody>
          <a:bodyPr>
            <a:normAutofit/>
          </a:bodyPr>
          <a:lstStyle/>
          <a:p>
            <a:pPr algn="l"/>
            <a:r>
              <a:rPr lang="es-US" sz="3700" b="1" dirty="0">
                <a:latin typeface="+mn-lt"/>
                <a:cs typeface="Arial" panose="020B0604020202020204" pitchFamily="34" charset="0"/>
              </a:rPr>
              <a:t>INTERESTING STATICS  OR GROUPINGS</a:t>
            </a:r>
          </a:p>
        </p:txBody>
      </p:sp>
      <p:sp>
        <p:nvSpPr>
          <p:cNvPr id="3" name="Content Placeholder 2">
            <a:extLst>
              <a:ext uri="{FF2B5EF4-FFF2-40B4-BE49-F238E27FC236}">
                <a16:creationId xmlns:a16="http://schemas.microsoft.com/office/drawing/2014/main" id="{75B3A9E9-0649-DC1A-9BF1-6EC4044FF61C}"/>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798577" y="794042"/>
            <a:ext cx="5427137" cy="5248622"/>
          </a:xfrm>
        </p:spPr>
        <p:txBody>
          <a:bodyPr>
            <a:normAutofit/>
          </a:bodyPr>
          <a:lstStyle/>
          <a:p>
            <a:pPr marL="0" indent="0">
              <a:buNone/>
            </a:pPr>
            <a:endParaRPr lang="en-US" sz="1600">
              <a:latin typeface="Arial" panose="020B0604020202020204" pitchFamily="34" charset="0"/>
              <a:cs typeface="Arial" panose="020B0604020202020204" pitchFamily="34" charset="0"/>
            </a:endParaRPr>
          </a:p>
          <a:p>
            <a:pPr marL="0" indent="0">
              <a:buNone/>
            </a:pPr>
            <a:endParaRPr lang="en-US" sz="1600">
              <a:latin typeface="Arial" panose="020B0604020202020204" pitchFamily="34" charset="0"/>
              <a:cs typeface="Arial" panose="020B0604020202020204" pitchFamily="34" charset="0"/>
            </a:endParaRPr>
          </a:p>
        </p:txBody>
      </p:sp>
      <p:graphicFrame>
        <p:nvGraphicFramePr>
          <p:cNvPr id="18" name="TextBox 4">
            <a:extLst>
              <a:ext uri="{FF2B5EF4-FFF2-40B4-BE49-F238E27FC236}">
                <a16:creationId xmlns:a16="http://schemas.microsoft.com/office/drawing/2014/main" id="{8FC234FC-FCA0-7328-88CD-FC1DE011EBC5}"/>
              </a:ext>
            </a:extLst>
          </p:cNvPr>
          <p:cNvGraphicFramePr/>
          <p:nvPr>
            <p:extLst>
              <p:ext uri="{D42A27DB-BD31-4B8C-83A1-F6EECF244321}">
                <p14:modId xmlns:p14="http://schemas.microsoft.com/office/powerpoint/2010/main" val="846557521"/>
              </p:ext>
            </p:extLst>
          </p:nvPr>
        </p:nvGraphicFramePr>
        <p:xfrm>
          <a:off x="130988" y="289679"/>
          <a:ext cx="7911916" cy="65683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8804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EA06921-3C0C-4126-AF75-9499D48390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2" name="Freeform 5">
              <a:extLst>
                <a:ext uri="{FF2B5EF4-FFF2-40B4-BE49-F238E27FC236}">
                  <a16:creationId xmlns:a16="http://schemas.microsoft.com/office/drawing/2014/main" id="{B8087084-CC7C-4D37-B821-F12CD3D29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6">
              <a:extLst>
                <a:ext uri="{FF2B5EF4-FFF2-40B4-BE49-F238E27FC236}">
                  <a16:creationId xmlns:a16="http://schemas.microsoft.com/office/drawing/2014/main" id="{A27EF3C6-8AF8-41C0-B4DF-664F240872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7">
              <a:extLst>
                <a:ext uri="{FF2B5EF4-FFF2-40B4-BE49-F238E27FC236}">
                  <a16:creationId xmlns:a16="http://schemas.microsoft.com/office/drawing/2014/main" id="{46AD5CB4-13ED-4F2B-BA75-CA731F668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8">
              <a:extLst>
                <a:ext uri="{FF2B5EF4-FFF2-40B4-BE49-F238E27FC236}">
                  <a16:creationId xmlns:a16="http://schemas.microsoft.com/office/drawing/2014/main" id="{6C2FD3B8-D702-4F83-BA99-D23921211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9">
              <a:extLst>
                <a:ext uri="{FF2B5EF4-FFF2-40B4-BE49-F238E27FC236}">
                  <a16:creationId xmlns:a16="http://schemas.microsoft.com/office/drawing/2014/main" id="{1AF0D977-DBC6-44B7-93FB-3F76406CF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10">
              <a:extLst>
                <a:ext uri="{FF2B5EF4-FFF2-40B4-BE49-F238E27FC236}">
                  <a16:creationId xmlns:a16="http://schemas.microsoft.com/office/drawing/2014/main" id="{B3ED27DF-D17E-4922-8394-821ED9253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11">
              <a:extLst>
                <a:ext uri="{FF2B5EF4-FFF2-40B4-BE49-F238E27FC236}">
                  <a16:creationId xmlns:a16="http://schemas.microsoft.com/office/drawing/2014/main" id="{800084EB-3C31-445C-8B2E-F43BA7ED3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2">
              <a:extLst>
                <a:ext uri="{FF2B5EF4-FFF2-40B4-BE49-F238E27FC236}">
                  <a16:creationId xmlns:a16="http://schemas.microsoft.com/office/drawing/2014/main" id="{5EE7F4D6-BE2E-41A9-A417-BA1AE4583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3">
              <a:extLst>
                <a:ext uri="{FF2B5EF4-FFF2-40B4-BE49-F238E27FC236}">
                  <a16:creationId xmlns:a16="http://schemas.microsoft.com/office/drawing/2014/main" id="{8805A789-4E10-46CF-A22B-8841C1CDF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4">
              <a:extLst>
                <a:ext uri="{FF2B5EF4-FFF2-40B4-BE49-F238E27FC236}">
                  <a16:creationId xmlns:a16="http://schemas.microsoft.com/office/drawing/2014/main" id="{9BD0D630-7987-48B7-A636-0ED234E22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5">
              <a:extLst>
                <a:ext uri="{FF2B5EF4-FFF2-40B4-BE49-F238E27FC236}">
                  <a16:creationId xmlns:a16="http://schemas.microsoft.com/office/drawing/2014/main" id="{F4E7D46D-851A-4DA9-B24D-19DAE1FCF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6">
              <a:extLst>
                <a:ext uri="{FF2B5EF4-FFF2-40B4-BE49-F238E27FC236}">
                  <a16:creationId xmlns:a16="http://schemas.microsoft.com/office/drawing/2014/main" id="{BA38A754-A53E-469C-B89B-6C7FF9607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7">
              <a:extLst>
                <a:ext uri="{FF2B5EF4-FFF2-40B4-BE49-F238E27FC236}">
                  <a16:creationId xmlns:a16="http://schemas.microsoft.com/office/drawing/2014/main" id="{CAC17457-E557-440A-B5E0-40DFEEC89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8">
              <a:extLst>
                <a:ext uri="{FF2B5EF4-FFF2-40B4-BE49-F238E27FC236}">
                  <a16:creationId xmlns:a16="http://schemas.microsoft.com/office/drawing/2014/main" id="{4D697814-F310-40D2-8E79-93C1881074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9">
              <a:extLst>
                <a:ext uri="{FF2B5EF4-FFF2-40B4-BE49-F238E27FC236}">
                  <a16:creationId xmlns:a16="http://schemas.microsoft.com/office/drawing/2014/main" id="{0CA691A3-EEBB-46A7-A973-B1E2DD112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20">
              <a:extLst>
                <a:ext uri="{FF2B5EF4-FFF2-40B4-BE49-F238E27FC236}">
                  <a16:creationId xmlns:a16="http://schemas.microsoft.com/office/drawing/2014/main" id="{B7361B78-110B-4437-8058-4E05A4234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1">
              <a:extLst>
                <a:ext uri="{FF2B5EF4-FFF2-40B4-BE49-F238E27FC236}">
                  <a16:creationId xmlns:a16="http://schemas.microsoft.com/office/drawing/2014/main" id="{97B9FFE1-BC8C-4C55-AE5D-8FDD78001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2">
              <a:extLst>
                <a:ext uri="{FF2B5EF4-FFF2-40B4-BE49-F238E27FC236}">
                  <a16:creationId xmlns:a16="http://schemas.microsoft.com/office/drawing/2014/main" id="{6F87417E-9520-42E0-84D2-0C0225481A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3">
              <a:extLst>
                <a:ext uri="{FF2B5EF4-FFF2-40B4-BE49-F238E27FC236}">
                  <a16:creationId xmlns:a16="http://schemas.microsoft.com/office/drawing/2014/main" id="{1235F6B6-5324-426D-84BE-EF96FD430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4">
              <a:extLst>
                <a:ext uri="{FF2B5EF4-FFF2-40B4-BE49-F238E27FC236}">
                  <a16:creationId xmlns:a16="http://schemas.microsoft.com/office/drawing/2014/main" id="{093C61D3-C80D-4599-8280-763868B24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5">
              <a:extLst>
                <a:ext uri="{FF2B5EF4-FFF2-40B4-BE49-F238E27FC236}">
                  <a16:creationId xmlns:a16="http://schemas.microsoft.com/office/drawing/2014/main" id="{D6D942F2-89B9-4755-89D9-4365831760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4" name="Rectangle 33">
            <a:extLst>
              <a:ext uri="{FF2B5EF4-FFF2-40B4-BE49-F238E27FC236}">
                <a16:creationId xmlns:a16="http://schemas.microsoft.com/office/drawing/2014/main" id="{C40B6375-7479-45C4-8B99-EA1CF75F3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8D93FF"/>
            </a:solidFill>
          </a:ln>
          <a:effectLst>
            <a:outerShdw blurRad="762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graph of a race track&#10;&#10;AI-generated content may be incorrect.">
            <a:extLst>
              <a:ext uri="{FF2B5EF4-FFF2-40B4-BE49-F238E27FC236}">
                <a16:creationId xmlns:a16="http://schemas.microsoft.com/office/drawing/2014/main" id="{A8B2EC86-826E-15CD-E194-D3FFB986B192}"/>
              </a:ext>
            </a:extLst>
          </p:cNvPr>
          <p:cNvPicPr>
            <a:picLocks noGrp="1" noChangeAspect="1"/>
          </p:cNvPicPr>
          <p:nvPr>
            <p:ph idx="1"/>
          </p:nvPr>
        </p:nvPicPr>
        <p:blipFill>
          <a:blip r:embed="rId2"/>
          <a:stretch>
            <a:fillRect/>
          </a:stretch>
        </p:blipFill>
        <p:spPr>
          <a:xfrm>
            <a:off x="6289648" y="1114425"/>
            <a:ext cx="5038752" cy="4430060"/>
          </a:xfrm>
          <a:prstGeom prst="rect">
            <a:avLst/>
          </a:prstGeom>
        </p:spPr>
      </p:pic>
      <p:pic>
        <p:nvPicPr>
          <p:cNvPr id="3" name="Picture 2" descr="A graph of a number of points&#10;&#10;AI-generated content may be incorrect.">
            <a:extLst>
              <a:ext uri="{FF2B5EF4-FFF2-40B4-BE49-F238E27FC236}">
                <a16:creationId xmlns:a16="http://schemas.microsoft.com/office/drawing/2014/main" id="{851E5F7C-8447-5E9F-D986-17D67823A182}"/>
              </a:ext>
            </a:extLst>
          </p:cNvPr>
          <p:cNvPicPr>
            <a:picLocks noChangeAspect="1"/>
          </p:cNvPicPr>
          <p:nvPr/>
        </p:nvPicPr>
        <p:blipFill>
          <a:blip r:embed="rId3"/>
          <a:stretch>
            <a:fillRect/>
          </a:stretch>
        </p:blipFill>
        <p:spPr>
          <a:xfrm>
            <a:off x="721380" y="1344706"/>
            <a:ext cx="5236318" cy="3478306"/>
          </a:xfrm>
          <a:prstGeom prst="rect">
            <a:avLst/>
          </a:prstGeom>
        </p:spPr>
      </p:pic>
    </p:spTree>
    <p:extLst>
      <p:ext uri="{BB962C8B-B14F-4D97-AF65-F5344CB8AC3E}">
        <p14:creationId xmlns:p14="http://schemas.microsoft.com/office/powerpoint/2010/main" val="2458785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654D1B14-DBE3-2BBC-9A4D-2EB7BD88D242}"/>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02809643-1A52-4ED2-AA8C-EEF67E9272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7" name="Freeform 5">
              <a:extLst>
                <a:ext uri="{FF2B5EF4-FFF2-40B4-BE49-F238E27FC236}">
                  <a16:creationId xmlns:a16="http://schemas.microsoft.com/office/drawing/2014/main" id="{F59BE78A-E3EA-4451-96B5-6FAFD246E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6">
              <a:extLst>
                <a:ext uri="{FF2B5EF4-FFF2-40B4-BE49-F238E27FC236}">
                  <a16:creationId xmlns:a16="http://schemas.microsoft.com/office/drawing/2014/main" id="{CFD751E0-7430-4ACA-A679-ECB74EA589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7">
              <a:extLst>
                <a:ext uri="{FF2B5EF4-FFF2-40B4-BE49-F238E27FC236}">
                  <a16:creationId xmlns:a16="http://schemas.microsoft.com/office/drawing/2014/main" id="{A4098D72-B456-40CC-8C9F-D08B9DD25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8">
              <a:extLst>
                <a:ext uri="{FF2B5EF4-FFF2-40B4-BE49-F238E27FC236}">
                  <a16:creationId xmlns:a16="http://schemas.microsoft.com/office/drawing/2014/main" id="{77F4ACE6-DDA3-4ED6-8FEE-78FFB08E9A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9">
              <a:extLst>
                <a:ext uri="{FF2B5EF4-FFF2-40B4-BE49-F238E27FC236}">
                  <a16:creationId xmlns:a16="http://schemas.microsoft.com/office/drawing/2014/main" id="{4337B0AD-9A1D-4899-8791-EDEB9B5A1D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0">
              <a:extLst>
                <a:ext uri="{FF2B5EF4-FFF2-40B4-BE49-F238E27FC236}">
                  <a16:creationId xmlns:a16="http://schemas.microsoft.com/office/drawing/2014/main" id="{BCA1A530-E6F6-465D-BCD0-371D816CC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1">
              <a:extLst>
                <a:ext uri="{FF2B5EF4-FFF2-40B4-BE49-F238E27FC236}">
                  <a16:creationId xmlns:a16="http://schemas.microsoft.com/office/drawing/2014/main" id="{E004A844-7D04-43E1-A29A-F8191791D9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2">
              <a:extLst>
                <a:ext uri="{FF2B5EF4-FFF2-40B4-BE49-F238E27FC236}">
                  <a16:creationId xmlns:a16="http://schemas.microsoft.com/office/drawing/2014/main" id="{20EE4868-1730-433B-AA39-A91305A49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3">
              <a:extLst>
                <a:ext uri="{FF2B5EF4-FFF2-40B4-BE49-F238E27FC236}">
                  <a16:creationId xmlns:a16="http://schemas.microsoft.com/office/drawing/2014/main" id="{5AB5DD23-5ECB-4E0C-AC9B-C384785BAE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4">
              <a:extLst>
                <a:ext uri="{FF2B5EF4-FFF2-40B4-BE49-F238E27FC236}">
                  <a16:creationId xmlns:a16="http://schemas.microsoft.com/office/drawing/2014/main" id="{30DF27FE-32C5-40E3-88CF-16228DBBC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15">
              <a:extLst>
                <a:ext uri="{FF2B5EF4-FFF2-40B4-BE49-F238E27FC236}">
                  <a16:creationId xmlns:a16="http://schemas.microsoft.com/office/drawing/2014/main" id="{7DA4BF21-FA96-43DB-A077-173C5F433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16">
              <a:extLst>
                <a:ext uri="{FF2B5EF4-FFF2-40B4-BE49-F238E27FC236}">
                  <a16:creationId xmlns:a16="http://schemas.microsoft.com/office/drawing/2014/main" id="{79FB98CB-1E06-4CC6-B67C-4CE3403E87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17">
              <a:extLst>
                <a:ext uri="{FF2B5EF4-FFF2-40B4-BE49-F238E27FC236}">
                  <a16:creationId xmlns:a16="http://schemas.microsoft.com/office/drawing/2014/main" id="{BF956BA4-7CC2-4E13-9E1D-0854EF4CB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18">
              <a:extLst>
                <a:ext uri="{FF2B5EF4-FFF2-40B4-BE49-F238E27FC236}">
                  <a16:creationId xmlns:a16="http://schemas.microsoft.com/office/drawing/2014/main" id="{E6C08EBB-2C97-4884-9312-EA0A6A62A2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19">
              <a:extLst>
                <a:ext uri="{FF2B5EF4-FFF2-40B4-BE49-F238E27FC236}">
                  <a16:creationId xmlns:a16="http://schemas.microsoft.com/office/drawing/2014/main" id="{3262514D-691E-4344-8751-4E80F046A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0">
              <a:extLst>
                <a:ext uri="{FF2B5EF4-FFF2-40B4-BE49-F238E27FC236}">
                  <a16:creationId xmlns:a16="http://schemas.microsoft.com/office/drawing/2014/main" id="{17406E40-244E-4DD6-94A4-E739602419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3" name="Freeform 21">
              <a:extLst>
                <a:ext uri="{FF2B5EF4-FFF2-40B4-BE49-F238E27FC236}">
                  <a16:creationId xmlns:a16="http://schemas.microsoft.com/office/drawing/2014/main" id="{9E621646-8902-4518-ADFE-798B8AF7F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Freeform 22">
              <a:extLst>
                <a:ext uri="{FF2B5EF4-FFF2-40B4-BE49-F238E27FC236}">
                  <a16:creationId xmlns:a16="http://schemas.microsoft.com/office/drawing/2014/main" id="{BC03DD73-798C-403F-B9AC-BFF84A0B1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5" name="Freeform 23">
              <a:extLst>
                <a:ext uri="{FF2B5EF4-FFF2-40B4-BE49-F238E27FC236}">
                  <a16:creationId xmlns:a16="http://schemas.microsoft.com/office/drawing/2014/main" id="{6756FE0C-DC81-49BD-AD76-1E223B686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 name="Freeform 24">
              <a:extLst>
                <a:ext uri="{FF2B5EF4-FFF2-40B4-BE49-F238E27FC236}">
                  <a16:creationId xmlns:a16="http://schemas.microsoft.com/office/drawing/2014/main" id="{89921AE2-097C-4DEE-A398-FCB910D60D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 name="Freeform 25">
              <a:extLst>
                <a:ext uri="{FF2B5EF4-FFF2-40B4-BE49-F238E27FC236}">
                  <a16:creationId xmlns:a16="http://schemas.microsoft.com/office/drawing/2014/main" id="{FEEAE74D-A8B8-4601-84C4-7F01DFF419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pic>
        <p:nvPicPr>
          <p:cNvPr id="11" name="Picture 10" descr="A graph of a number of points&#10;&#10;AI-generated content may be incorrect.">
            <a:extLst>
              <a:ext uri="{FF2B5EF4-FFF2-40B4-BE49-F238E27FC236}">
                <a16:creationId xmlns:a16="http://schemas.microsoft.com/office/drawing/2014/main" id="{27CAB4B9-675C-FAAC-1DA9-088650260E58}"/>
              </a:ext>
            </a:extLst>
          </p:cNvPr>
          <p:cNvPicPr>
            <a:picLocks noChangeAspect="1"/>
          </p:cNvPicPr>
          <p:nvPr/>
        </p:nvPicPr>
        <p:blipFill>
          <a:blip r:embed="rId2"/>
          <a:srcRect t="17696" r="1" b="6620"/>
          <a:stretch>
            <a:fillRect/>
          </a:stretch>
        </p:blipFill>
        <p:spPr>
          <a:xfrm>
            <a:off x="643467" y="643467"/>
            <a:ext cx="10905066" cy="5571066"/>
          </a:xfrm>
          <a:prstGeom prst="rect">
            <a:avLst/>
          </a:prstGeom>
        </p:spPr>
      </p:pic>
      <p:sp>
        <p:nvSpPr>
          <p:cNvPr id="7" name="TextBox 6">
            <a:extLst>
              <a:ext uri="{FF2B5EF4-FFF2-40B4-BE49-F238E27FC236}">
                <a16:creationId xmlns:a16="http://schemas.microsoft.com/office/drawing/2014/main" id="{0A078377-8A74-97F9-4267-1A440203CBB8}"/>
              </a:ext>
            </a:extLst>
          </p:cNvPr>
          <p:cNvSpPr txBox="1"/>
          <p:nvPr/>
        </p:nvSpPr>
        <p:spPr>
          <a:xfrm>
            <a:off x="7299986" y="376237"/>
            <a:ext cx="4783403" cy="6132138"/>
          </a:xfrm>
          <a:prstGeom prst="rect">
            <a:avLst/>
          </a:prstGeom>
        </p:spPr>
        <p:txBody>
          <a:bodyPr vert="horz" lIns="91440" tIns="45720" rIns="91440" bIns="45720" rtlCol="0" anchor="ctr">
            <a:normAutofit/>
          </a:bodyPr>
          <a:lstStyle/>
          <a:p>
            <a:pPr lvl="0" algn="just" defTabSz="914400">
              <a:lnSpc>
                <a:spcPct val="110000"/>
              </a:lnSpc>
              <a:spcAft>
                <a:spcPts val="600"/>
              </a:spcAft>
              <a:buClr>
                <a:srgbClr val="36FCE1"/>
              </a:buClr>
              <a:buSzPct val="110000"/>
            </a:pPr>
            <a:endParaRPr lang="en-US" sz="2800" b="1" dirty="0"/>
          </a:p>
        </p:txBody>
      </p:sp>
    </p:spTree>
    <p:extLst>
      <p:ext uri="{BB962C8B-B14F-4D97-AF65-F5344CB8AC3E}">
        <p14:creationId xmlns:p14="http://schemas.microsoft.com/office/powerpoint/2010/main" val="478704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EA06921-3C0C-4126-AF75-9499D48390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B8087084-CC7C-4D37-B821-F12CD3D29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 name="Freeform 6">
              <a:extLst>
                <a:ext uri="{FF2B5EF4-FFF2-40B4-BE49-F238E27FC236}">
                  <a16:creationId xmlns:a16="http://schemas.microsoft.com/office/drawing/2014/main" id="{A27EF3C6-8AF8-41C0-B4DF-664F240872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7">
              <a:extLst>
                <a:ext uri="{FF2B5EF4-FFF2-40B4-BE49-F238E27FC236}">
                  <a16:creationId xmlns:a16="http://schemas.microsoft.com/office/drawing/2014/main" id="{46AD5CB4-13ED-4F2B-BA75-CA731F668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8">
              <a:extLst>
                <a:ext uri="{FF2B5EF4-FFF2-40B4-BE49-F238E27FC236}">
                  <a16:creationId xmlns:a16="http://schemas.microsoft.com/office/drawing/2014/main" id="{6C2FD3B8-D702-4F83-BA99-D23921211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9">
              <a:extLst>
                <a:ext uri="{FF2B5EF4-FFF2-40B4-BE49-F238E27FC236}">
                  <a16:creationId xmlns:a16="http://schemas.microsoft.com/office/drawing/2014/main" id="{1AF0D977-DBC6-44B7-93FB-3F76406CF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10">
              <a:extLst>
                <a:ext uri="{FF2B5EF4-FFF2-40B4-BE49-F238E27FC236}">
                  <a16:creationId xmlns:a16="http://schemas.microsoft.com/office/drawing/2014/main" id="{B3ED27DF-D17E-4922-8394-821ED9253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11">
              <a:extLst>
                <a:ext uri="{FF2B5EF4-FFF2-40B4-BE49-F238E27FC236}">
                  <a16:creationId xmlns:a16="http://schemas.microsoft.com/office/drawing/2014/main" id="{800084EB-3C31-445C-8B2E-F43BA7ED3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12">
              <a:extLst>
                <a:ext uri="{FF2B5EF4-FFF2-40B4-BE49-F238E27FC236}">
                  <a16:creationId xmlns:a16="http://schemas.microsoft.com/office/drawing/2014/main" id="{5EE7F4D6-BE2E-41A9-A417-BA1AE4583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3">
              <a:extLst>
                <a:ext uri="{FF2B5EF4-FFF2-40B4-BE49-F238E27FC236}">
                  <a16:creationId xmlns:a16="http://schemas.microsoft.com/office/drawing/2014/main" id="{8805A789-4E10-46CF-A22B-8841C1CDF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4">
              <a:extLst>
                <a:ext uri="{FF2B5EF4-FFF2-40B4-BE49-F238E27FC236}">
                  <a16:creationId xmlns:a16="http://schemas.microsoft.com/office/drawing/2014/main" id="{9BD0D630-7987-48B7-A636-0ED234E22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5">
              <a:extLst>
                <a:ext uri="{FF2B5EF4-FFF2-40B4-BE49-F238E27FC236}">
                  <a16:creationId xmlns:a16="http://schemas.microsoft.com/office/drawing/2014/main" id="{F4E7D46D-851A-4DA9-B24D-19DAE1FCF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6">
              <a:extLst>
                <a:ext uri="{FF2B5EF4-FFF2-40B4-BE49-F238E27FC236}">
                  <a16:creationId xmlns:a16="http://schemas.microsoft.com/office/drawing/2014/main" id="{BA38A754-A53E-469C-B89B-6C7FF9607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7">
              <a:extLst>
                <a:ext uri="{FF2B5EF4-FFF2-40B4-BE49-F238E27FC236}">
                  <a16:creationId xmlns:a16="http://schemas.microsoft.com/office/drawing/2014/main" id="{CAC17457-E557-440A-B5E0-40DFEEC89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8">
              <a:extLst>
                <a:ext uri="{FF2B5EF4-FFF2-40B4-BE49-F238E27FC236}">
                  <a16:creationId xmlns:a16="http://schemas.microsoft.com/office/drawing/2014/main" id="{4D697814-F310-40D2-8E79-93C1881074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9">
              <a:extLst>
                <a:ext uri="{FF2B5EF4-FFF2-40B4-BE49-F238E27FC236}">
                  <a16:creationId xmlns:a16="http://schemas.microsoft.com/office/drawing/2014/main" id="{0CA691A3-EEBB-46A7-A973-B1E2DD112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20">
              <a:extLst>
                <a:ext uri="{FF2B5EF4-FFF2-40B4-BE49-F238E27FC236}">
                  <a16:creationId xmlns:a16="http://schemas.microsoft.com/office/drawing/2014/main" id="{B7361B78-110B-4437-8058-4E05A4234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21">
              <a:extLst>
                <a:ext uri="{FF2B5EF4-FFF2-40B4-BE49-F238E27FC236}">
                  <a16:creationId xmlns:a16="http://schemas.microsoft.com/office/drawing/2014/main" id="{97B9FFE1-BC8C-4C55-AE5D-8FDD78001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2">
              <a:extLst>
                <a:ext uri="{FF2B5EF4-FFF2-40B4-BE49-F238E27FC236}">
                  <a16:creationId xmlns:a16="http://schemas.microsoft.com/office/drawing/2014/main" id="{6F87417E-9520-42E0-84D2-0C0225481A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3">
              <a:extLst>
                <a:ext uri="{FF2B5EF4-FFF2-40B4-BE49-F238E27FC236}">
                  <a16:creationId xmlns:a16="http://schemas.microsoft.com/office/drawing/2014/main" id="{1235F6B6-5324-426D-84BE-EF96FD430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4">
              <a:extLst>
                <a:ext uri="{FF2B5EF4-FFF2-40B4-BE49-F238E27FC236}">
                  <a16:creationId xmlns:a16="http://schemas.microsoft.com/office/drawing/2014/main" id="{093C61D3-C80D-4599-8280-763868B24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5">
              <a:extLst>
                <a:ext uri="{FF2B5EF4-FFF2-40B4-BE49-F238E27FC236}">
                  <a16:creationId xmlns:a16="http://schemas.microsoft.com/office/drawing/2014/main" id="{D6D942F2-89B9-4755-89D9-4365831760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3" name="Rectangle 32">
            <a:extLst>
              <a:ext uri="{FF2B5EF4-FFF2-40B4-BE49-F238E27FC236}">
                <a16:creationId xmlns:a16="http://schemas.microsoft.com/office/drawing/2014/main" id="{C40B6375-7479-45C4-8B99-EA1CF75F3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8F90FC"/>
            </a:solidFill>
          </a:ln>
          <a:effectLst>
            <a:outerShdw blurRad="762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showing a number of different colors&#10;&#10;AI-generated content may be incorrect.">
            <a:extLst>
              <a:ext uri="{FF2B5EF4-FFF2-40B4-BE49-F238E27FC236}">
                <a16:creationId xmlns:a16="http://schemas.microsoft.com/office/drawing/2014/main" id="{51964D6A-A3DE-C1F7-0C85-559259F26A5D}"/>
              </a:ext>
            </a:extLst>
          </p:cNvPr>
          <p:cNvPicPr>
            <a:picLocks noGrp="1" noChangeAspect="1"/>
          </p:cNvPicPr>
          <p:nvPr>
            <p:ph idx="1"/>
          </p:nvPr>
        </p:nvPicPr>
        <p:blipFill>
          <a:blip r:embed="rId2"/>
          <a:stretch>
            <a:fillRect/>
          </a:stretch>
        </p:blipFill>
        <p:spPr>
          <a:xfrm>
            <a:off x="1394678" y="643467"/>
            <a:ext cx="9402643" cy="5571066"/>
          </a:xfrm>
          <a:prstGeom prst="rect">
            <a:avLst/>
          </a:prstGeom>
        </p:spPr>
      </p:pic>
    </p:spTree>
    <p:extLst>
      <p:ext uri="{BB962C8B-B14F-4D97-AF65-F5344CB8AC3E}">
        <p14:creationId xmlns:p14="http://schemas.microsoft.com/office/powerpoint/2010/main" val="214984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a:extLst>
            <a:ext uri="{FF2B5EF4-FFF2-40B4-BE49-F238E27FC236}">
              <a16:creationId xmlns:a16="http://schemas.microsoft.com/office/drawing/2014/main" id="{0F74E1D5-D2AD-1D92-51A0-36D463F18E53}"/>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9EA06921-3C0C-4126-AF75-9499D48390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2" name="Freeform 5">
              <a:extLst>
                <a:ext uri="{FF2B5EF4-FFF2-40B4-BE49-F238E27FC236}">
                  <a16:creationId xmlns:a16="http://schemas.microsoft.com/office/drawing/2014/main" id="{B8087084-CC7C-4D37-B821-F12CD3D29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 name="Freeform 6">
              <a:extLst>
                <a:ext uri="{FF2B5EF4-FFF2-40B4-BE49-F238E27FC236}">
                  <a16:creationId xmlns:a16="http://schemas.microsoft.com/office/drawing/2014/main" id="{A27EF3C6-8AF8-41C0-B4DF-664F240872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 name="Freeform 7">
              <a:extLst>
                <a:ext uri="{FF2B5EF4-FFF2-40B4-BE49-F238E27FC236}">
                  <a16:creationId xmlns:a16="http://schemas.microsoft.com/office/drawing/2014/main" id="{46AD5CB4-13ED-4F2B-BA75-CA731F668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 name="Freeform 8">
              <a:extLst>
                <a:ext uri="{FF2B5EF4-FFF2-40B4-BE49-F238E27FC236}">
                  <a16:creationId xmlns:a16="http://schemas.microsoft.com/office/drawing/2014/main" id="{6C2FD3B8-D702-4F83-BA99-D23921211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Freeform 9">
              <a:extLst>
                <a:ext uri="{FF2B5EF4-FFF2-40B4-BE49-F238E27FC236}">
                  <a16:creationId xmlns:a16="http://schemas.microsoft.com/office/drawing/2014/main" id="{1AF0D977-DBC6-44B7-93FB-3F76406CF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 name="Freeform 10">
              <a:extLst>
                <a:ext uri="{FF2B5EF4-FFF2-40B4-BE49-F238E27FC236}">
                  <a16:creationId xmlns:a16="http://schemas.microsoft.com/office/drawing/2014/main" id="{B3ED27DF-D17E-4922-8394-821ED92539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11">
              <a:extLst>
                <a:ext uri="{FF2B5EF4-FFF2-40B4-BE49-F238E27FC236}">
                  <a16:creationId xmlns:a16="http://schemas.microsoft.com/office/drawing/2014/main" id="{800084EB-3C31-445C-8B2E-F43BA7ED3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Freeform 12">
              <a:extLst>
                <a:ext uri="{FF2B5EF4-FFF2-40B4-BE49-F238E27FC236}">
                  <a16:creationId xmlns:a16="http://schemas.microsoft.com/office/drawing/2014/main" id="{5EE7F4D6-BE2E-41A9-A417-BA1AE4583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 name="Freeform 13">
              <a:extLst>
                <a:ext uri="{FF2B5EF4-FFF2-40B4-BE49-F238E27FC236}">
                  <a16:creationId xmlns:a16="http://schemas.microsoft.com/office/drawing/2014/main" id="{8805A789-4E10-46CF-A22B-8841C1CDFA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1" name="Freeform 14">
              <a:extLst>
                <a:ext uri="{FF2B5EF4-FFF2-40B4-BE49-F238E27FC236}">
                  <a16:creationId xmlns:a16="http://schemas.microsoft.com/office/drawing/2014/main" id="{9BD0D630-7987-48B7-A636-0ED234E22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 name="Freeform 15">
              <a:extLst>
                <a:ext uri="{FF2B5EF4-FFF2-40B4-BE49-F238E27FC236}">
                  <a16:creationId xmlns:a16="http://schemas.microsoft.com/office/drawing/2014/main" id="{F4E7D46D-851A-4DA9-B24D-19DAE1FCF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3" name="Freeform 16">
              <a:extLst>
                <a:ext uri="{FF2B5EF4-FFF2-40B4-BE49-F238E27FC236}">
                  <a16:creationId xmlns:a16="http://schemas.microsoft.com/office/drawing/2014/main" id="{BA38A754-A53E-469C-B89B-6C7FF9607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 name="Freeform 17">
              <a:extLst>
                <a:ext uri="{FF2B5EF4-FFF2-40B4-BE49-F238E27FC236}">
                  <a16:creationId xmlns:a16="http://schemas.microsoft.com/office/drawing/2014/main" id="{CAC17457-E557-440A-B5E0-40DFEEC89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Freeform 18">
              <a:extLst>
                <a:ext uri="{FF2B5EF4-FFF2-40B4-BE49-F238E27FC236}">
                  <a16:creationId xmlns:a16="http://schemas.microsoft.com/office/drawing/2014/main" id="{4D697814-F310-40D2-8E79-93C1881074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6" name="Freeform 19">
              <a:extLst>
                <a:ext uri="{FF2B5EF4-FFF2-40B4-BE49-F238E27FC236}">
                  <a16:creationId xmlns:a16="http://schemas.microsoft.com/office/drawing/2014/main" id="{0CA691A3-EEBB-46A7-A973-B1E2DD112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 name="Freeform 20">
              <a:extLst>
                <a:ext uri="{FF2B5EF4-FFF2-40B4-BE49-F238E27FC236}">
                  <a16:creationId xmlns:a16="http://schemas.microsoft.com/office/drawing/2014/main" id="{B7361B78-110B-4437-8058-4E05A4234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1">
              <a:extLst>
                <a:ext uri="{FF2B5EF4-FFF2-40B4-BE49-F238E27FC236}">
                  <a16:creationId xmlns:a16="http://schemas.microsoft.com/office/drawing/2014/main" id="{97B9FFE1-BC8C-4C55-AE5D-8FDD78001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Freeform 22">
              <a:extLst>
                <a:ext uri="{FF2B5EF4-FFF2-40B4-BE49-F238E27FC236}">
                  <a16:creationId xmlns:a16="http://schemas.microsoft.com/office/drawing/2014/main" id="{6F87417E-9520-42E0-84D2-0C0225481A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0" name="Freeform 23">
              <a:extLst>
                <a:ext uri="{FF2B5EF4-FFF2-40B4-BE49-F238E27FC236}">
                  <a16:creationId xmlns:a16="http://schemas.microsoft.com/office/drawing/2014/main" id="{1235F6B6-5324-426D-84BE-EF96FD430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Freeform 24">
              <a:extLst>
                <a:ext uri="{FF2B5EF4-FFF2-40B4-BE49-F238E27FC236}">
                  <a16:creationId xmlns:a16="http://schemas.microsoft.com/office/drawing/2014/main" id="{093C61D3-C80D-4599-8280-763868B24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Freeform 25">
              <a:extLst>
                <a:ext uri="{FF2B5EF4-FFF2-40B4-BE49-F238E27FC236}">
                  <a16:creationId xmlns:a16="http://schemas.microsoft.com/office/drawing/2014/main" id="{D6D942F2-89B9-4755-89D9-4365831760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4" name="Rectangle 33">
            <a:extLst>
              <a:ext uri="{FF2B5EF4-FFF2-40B4-BE49-F238E27FC236}">
                <a16:creationId xmlns:a16="http://schemas.microsoft.com/office/drawing/2014/main" id="{C40B6375-7479-45C4-8B99-EA1CF75F31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1DE0F7"/>
            </a:solidFill>
          </a:ln>
          <a:effectLst>
            <a:outerShdw blurRad="762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graph with colorful dots&#10;&#10;AI-generated content may be incorrect.">
            <a:extLst>
              <a:ext uri="{FF2B5EF4-FFF2-40B4-BE49-F238E27FC236}">
                <a16:creationId xmlns:a16="http://schemas.microsoft.com/office/drawing/2014/main" id="{D27A8437-1C46-6D65-A2CB-519003F8B7AE}"/>
              </a:ext>
            </a:extLst>
          </p:cNvPr>
          <p:cNvPicPr>
            <a:picLocks noGrp="1" noChangeAspect="1"/>
          </p:cNvPicPr>
          <p:nvPr>
            <p:ph idx="1"/>
          </p:nvPr>
        </p:nvPicPr>
        <p:blipFill>
          <a:blip r:embed="rId2"/>
          <a:stretch>
            <a:fillRect/>
          </a:stretch>
        </p:blipFill>
        <p:spPr>
          <a:xfrm>
            <a:off x="840277" y="643467"/>
            <a:ext cx="10511445" cy="5571066"/>
          </a:xfrm>
          <a:prstGeom prst="rect">
            <a:avLst/>
          </a:prstGeom>
        </p:spPr>
      </p:pic>
    </p:spTree>
    <p:extLst>
      <p:ext uri="{BB962C8B-B14F-4D97-AF65-F5344CB8AC3E}">
        <p14:creationId xmlns:p14="http://schemas.microsoft.com/office/powerpoint/2010/main" val="1889162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2413CC-69E6-4BDA-A88D-E4EF8F95B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4F1F7357-8633-4CE7-BF80-475EE8A2FA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3" name="Freeform 5">
              <a:extLst>
                <a:ext uri="{FF2B5EF4-FFF2-40B4-BE49-F238E27FC236}">
                  <a16:creationId xmlns:a16="http://schemas.microsoft.com/office/drawing/2014/main" id="{E402FE4E-C12D-497C-AF81-F08E4E02B4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6513" y="0"/>
              <a:ext cx="3862388" cy="6843713"/>
            </a:xfrm>
            <a:custGeom>
              <a:avLst/>
              <a:gdLst>
                <a:gd name="T0" fmla="*/ 813 w 813"/>
                <a:gd name="T1" fmla="*/ 0 h 1440"/>
                <a:gd name="T2" fmla="*/ 435 w 813"/>
                <a:gd name="T3" fmla="*/ 1440 h 1440"/>
              </a:gdLst>
              <a:ahLst/>
              <a:cxnLst>
                <a:cxn ang="0">
                  <a:pos x="T0" y="T1"/>
                </a:cxn>
                <a:cxn ang="0">
                  <a:pos x="T2" y="T3"/>
                </a:cxn>
              </a:cxnLst>
              <a:rect l="0" t="0" r="r" b="b"/>
              <a:pathLst>
                <a:path w="813" h="1440">
                  <a:moveTo>
                    <a:pt x="813" y="0"/>
                  </a:moveTo>
                  <a:cubicBezTo>
                    <a:pt x="331" y="221"/>
                    <a:pt x="0" y="1039"/>
                    <a:pt x="43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59247B10-170D-4E62-849A-38FCB43C6A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26725" y="9525"/>
              <a:ext cx="1539875" cy="555625"/>
            </a:xfrm>
            <a:custGeom>
              <a:avLst/>
              <a:gdLst>
                <a:gd name="T0" fmla="*/ 324 w 324"/>
                <a:gd name="T1" fmla="*/ 117 h 117"/>
                <a:gd name="T2" fmla="*/ 0 w 324"/>
                <a:gd name="T3" fmla="*/ 0 h 117"/>
              </a:gdLst>
              <a:ahLst/>
              <a:cxnLst>
                <a:cxn ang="0">
                  <a:pos x="T0" y="T1"/>
                </a:cxn>
                <a:cxn ang="0">
                  <a:pos x="T2" y="T3"/>
                </a:cxn>
              </a:cxnLst>
              <a:rect l="0" t="0" r="r" b="b"/>
              <a:pathLst>
                <a:path w="324" h="117">
                  <a:moveTo>
                    <a:pt x="324" y="117"/>
                  </a:moveTo>
                  <a:cubicBezTo>
                    <a:pt x="223" y="64"/>
                    <a:pt x="107" y="28"/>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89A587A7-1BEF-45AA-9EFC-6558A8749C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47313" y="5013325"/>
              <a:ext cx="1919288" cy="1830388"/>
            </a:xfrm>
            <a:custGeom>
              <a:avLst/>
              <a:gdLst>
                <a:gd name="T0" fmla="*/ 0 w 404"/>
                <a:gd name="T1" fmla="*/ 385 h 385"/>
                <a:gd name="T2" fmla="*/ 404 w 404"/>
                <a:gd name="T3" fmla="*/ 0 h 385"/>
              </a:gdLst>
              <a:ahLst/>
              <a:cxnLst>
                <a:cxn ang="0">
                  <a:pos x="T0" y="T1"/>
                </a:cxn>
                <a:cxn ang="0">
                  <a:pos x="T2" y="T3"/>
                </a:cxn>
              </a:cxnLst>
              <a:rect l="0" t="0" r="r" b="b"/>
              <a:pathLst>
                <a:path w="404" h="385">
                  <a:moveTo>
                    <a:pt x="0" y="385"/>
                  </a:moveTo>
                  <a:cubicBezTo>
                    <a:pt x="146" y="272"/>
                    <a:pt x="285" y="142"/>
                    <a:pt x="404"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AC25B5A1-6EF7-44EC-A2F0-1EDC96A79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775" y="0"/>
              <a:ext cx="3676650" cy="6843713"/>
            </a:xfrm>
            <a:custGeom>
              <a:avLst/>
              <a:gdLst>
                <a:gd name="T0" fmla="*/ 774 w 774"/>
                <a:gd name="T1" fmla="*/ 0 h 1440"/>
                <a:gd name="T2" fmla="*/ 411 w 774"/>
                <a:gd name="T3" fmla="*/ 1440 h 1440"/>
              </a:gdLst>
              <a:ahLst/>
              <a:cxnLst>
                <a:cxn ang="0">
                  <a:pos x="T0" y="T1"/>
                </a:cxn>
                <a:cxn ang="0">
                  <a:pos x="T2" y="T3"/>
                </a:cxn>
              </a:cxnLst>
              <a:rect l="0" t="0" r="r" b="b"/>
              <a:pathLst>
                <a:path w="774" h="1440">
                  <a:moveTo>
                    <a:pt x="774" y="0"/>
                  </a:moveTo>
                  <a:cubicBezTo>
                    <a:pt x="312" y="240"/>
                    <a:pt x="0" y="1034"/>
                    <a:pt x="411" y="144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0B8582C-7E17-4115-9FF1-979C8405CB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02988" y="9525"/>
              <a:ext cx="963613" cy="366713"/>
            </a:xfrm>
            <a:custGeom>
              <a:avLst/>
              <a:gdLst>
                <a:gd name="T0" fmla="*/ 203 w 203"/>
                <a:gd name="T1" fmla="*/ 77 h 77"/>
                <a:gd name="T2" fmla="*/ 0 w 203"/>
                <a:gd name="T3" fmla="*/ 0 h 77"/>
              </a:gdLst>
              <a:ahLst/>
              <a:cxnLst>
                <a:cxn ang="0">
                  <a:pos x="T0" y="T1"/>
                </a:cxn>
                <a:cxn ang="0">
                  <a:pos x="T2" y="T3"/>
                </a:cxn>
              </a:cxnLst>
              <a:rect l="0" t="0" r="r" b="b"/>
              <a:pathLst>
                <a:path w="203" h="77">
                  <a:moveTo>
                    <a:pt x="203" y="77"/>
                  </a:moveTo>
                  <a:cubicBezTo>
                    <a:pt x="138" y="46"/>
                    <a:pt x="68" y="21"/>
                    <a:pt x="0"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10">
              <a:extLst>
                <a:ext uri="{FF2B5EF4-FFF2-40B4-BE49-F238E27FC236}">
                  <a16:creationId xmlns:a16="http://schemas.microsoft.com/office/drawing/2014/main" id="{F6C4AB66-7A18-4E51-935B-237F4CA827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4963" y="5275263"/>
              <a:ext cx="1666875" cy="1577975"/>
            </a:xfrm>
            <a:custGeom>
              <a:avLst/>
              <a:gdLst>
                <a:gd name="T0" fmla="*/ 0 w 351"/>
                <a:gd name="T1" fmla="*/ 332 h 332"/>
                <a:gd name="T2" fmla="*/ 351 w 351"/>
                <a:gd name="T3" fmla="*/ 0 h 332"/>
              </a:gdLst>
              <a:ahLst/>
              <a:cxnLst>
                <a:cxn ang="0">
                  <a:pos x="T0" y="T1"/>
                </a:cxn>
                <a:cxn ang="0">
                  <a:pos x="T2" y="T3"/>
                </a:cxn>
              </a:cxnLst>
              <a:rect l="0" t="0" r="r" b="b"/>
              <a:pathLst>
                <a:path w="351" h="332">
                  <a:moveTo>
                    <a:pt x="0" y="332"/>
                  </a:moveTo>
                  <a:cubicBezTo>
                    <a:pt x="125" y="232"/>
                    <a:pt x="245" y="121"/>
                    <a:pt x="351" y="0"/>
                  </a:cubicBezTo>
                </a:path>
              </a:pathLst>
            </a:custGeom>
            <a:noFill/>
            <a:ln w="9525" cap="flat">
              <a:solidFill>
                <a:schemeClr val="tx1">
                  <a:alpha val="1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11">
              <a:extLst>
                <a:ext uri="{FF2B5EF4-FFF2-40B4-BE49-F238E27FC236}">
                  <a16:creationId xmlns:a16="http://schemas.microsoft.com/office/drawing/2014/main" id="{CDF12911-A240-4580-8788-0C49DB1FED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621088" cy="6843713"/>
            </a:xfrm>
            <a:custGeom>
              <a:avLst/>
              <a:gdLst>
                <a:gd name="T0" fmla="*/ 762 w 762"/>
                <a:gd name="T1" fmla="*/ 0 h 1440"/>
                <a:gd name="T2" fmla="*/ 403 w 762"/>
                <a:gd name="T3" fmla="*/ 1440 h 1440"/>
              </a:gdLst>
              <a:ahLst/>
              <a:cxnLst>
                <a:cxn ang="0">
                  <a:pos x="T0" y="T1"/>
                </a:cxn>
                <a:cxn ang="0">
                  <a:pos x="T2" y="T3"/>
                </a:cxn>
              </a:cxnLst>
              <a:rect l="0" t="0" r="r" b="b"/>
              <a:pathLst>
                <a:path w="762" h="1440">
                  <a:moveTo>
                    <a:pt x="762" y="0"/>
                  </a:moveTo>
                  <a:cubicBezTo>
                    <a:pt x="308" y="245"/>
                    <a:pt x="0" y="1033"/>
                    <a:pt x="403"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12">
              <a:extLst>
                <a:ext uri="{FF2B5EF4-FFF2-40B4-BE49-F238E27FC236}">
                  <a16:creationId xmlns:a16="http://schemas.microsoft.com/office/drawing/2014/main" id="{EAE0F5DE-442D-4F6C-B02C-2568ED1958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01438" y="9525"/>
              <a:ext cx="665163" cy="257175"/>
            </a:xfrm>
            <a:custGeom>
              <a:avLst/>
              <a:gdLst>
                <a:gd name="T0" fmla="*/ 140 w 140"/>
                <a:gd name="T1" fmla="*/ 54 h 54"/>
                <a:gd name="T2" fmla="*/ 0 w 140"/>
                <a:gd name="T3" fmla="*/ 0 h 54"/>
              </a:gdLst>
              <a:ahLst/>
              <a:cxnLst>
                <a:cxn ang="0">
                  <a:pos x="T0" y="T1"/>
                </a:cxn>
                <a:cxn ang="0">
                  <a:pos x="T2" y="T3"/>
                </a:cxn>
              </a:cxnLst>
              <a:rect l="0" t="0" r="r" b="b"/>
              <a:pathLst>
                <a:path w="140" h="54">
                  <a:moveTo>
                    <a:pt x="140" y="54"/>
                  </a:moveTo>
                  <a:cubicBezTo>
                    <a:pt x="95" y="34"/>
                    <a:pt x="48" y="16"/>
                    <a:pt x="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13">
              <a:extLst>
                <a:ext uri="{FF2B5EF4-FFF2-40B4-BE49-F238E27FC236}">
                  <a16:creationId xmlns:a16="http://schemas.microsoft.com/office/drawing/2014/main" id="{4F24A002-AFDE-4034-85BE-CBF005AE92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41013" y="5408613"/>
              <a:ext cx="1525588" cy="1435100"/>
            </a:xfrm>
            <a:custGeom>
              <a:avLst/>
              <a:gdLst>
                <a:gd name="T0" fmla="*/ 0 w 321"/>
                <a:gd name="T1" fmla="*/ 302 h 302"/>
                <a:gd name="T2" fmla="*/ 321 w 321"/>
                <a:gd name="T3" fmla="*/ 0 h 302"/>
              </a:gdLst>
              <a:ahLst/>
              <a:cxnLst>
                <a:cxn ang="0">
                  <a:pos x="T0" y="T1"/>
                </a:cxn>
                <a:cxn ang="0">
                  <a:pos x="T2" y="T3"/>
                </a:cxn>
              </a:cxnLst>
              <a:rect l="0" t="0" r="r" b="b"/>
              <a:pathLst>
                <a:path w="321" h="302">
                  <a:moveTo>
                    <a:pt x="0" y="302"/>
                  </a:moveTo>
                  <a:cubicBezTo>
                    <a:pt x="114" y="210"/>
                    <a:pt x="223" y="109"/>
                    <a:pt x="321"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14">
              <a:extLst>
                <a:ext uri="{FF2B5EF4-FFF2-40B4-BE49-F238E27FC236}">
                  <a16:creationId xmlns:a16="http://schemas.microsoft.com/office/drawing/2014/main" id="{36F0721E-B4B0-4A6C-A92C-F8DE92D3AC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713" y="0"/>
              <a:ext cx="3244850" cy="6843713"/>
            </a:xfrm>
            <a:custGeom>
              <a:avLst/>
              <a:gdLst>
                <a:gd name="T0" fmla="*/ 683 w 683"/>
                <a:gd name="T1" fmla="*/ 0 h 1440"/>
                <a:gd name="T2" fmla="*/ 355 w 683"/>
                <a:gd name="T3" fmla="*/ 1440 h 1440"/>
              </a:gdLst>
              <a:ahLst/>
              <a:cxnLst>
                <a:cxn ang="0">
                  <a:pos x="T0" y="T1"/>
                </a:cxn>
                <a:cxn ang="0">
                  <a:pos x="T2" y="T3"/>
                </a:cxn>
              </a:cxnLst>
              <a:rect l="0" t="0" r="r" b="b"/>
              <a:pathLst>
                <a:path w="683" h="1440">
                  <a:moveTo>
                    <a:pt x="683" y="0"/>
                  </a:moveTo>
                  <a:cubicBezTo>
                    <a:pt x="258" y="256"/>
                    <a:pt x="0" y="1041"/>
                    <a:pt x="355"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15">
              <a:extLst>
                <a:ext uri="{FF2B5EF4-FFF2-40B4-BE49-F238E27FC236}">
                  <a16:creationId xmlns:a16="http://schemas.microsoft.com/office/drawing/2014/main" id="{54D2DC98-69F8-4F2F-9D45-BDFFA5E2BB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02938" y="5518150"/>
              <a:ext cx="1363663" cy="1325563"/>
            </a:xfrm>
            <a:custGeom>
              <a:avLst/>
              <a:gdLst>
                <a:gd name="T0" fmla="*/ 0 w 287"/>
                <a:gd name="T1" fmla="*/ 279 h 279"/>
                <a:gd name="T2" fmla="*/ 287 w 287"/>
                <a:gd name="T3" fmla="*/ 0 h 279"/>
              </a:gdLst>
              <a:ahLst/>
              <a:cxnLst>
                <a:cxn ang="0">
                  <a:pos x="T0" y="T1"/>
                </a:cxn>
                <a:cxn ang="0">
                  <a:pos x="T2" y="T3"/>
                </a:cxn>
              </a:cxnLst>
              <a:rect l="0" t="0" r="r" b="b"/>
              <a:pathLst>
                <a:path w="287" h="279">
                  <a:moveTo>
                    <a:pt x="0" y="279"/>
                  </a:moveTo>
                  <a:cubicBezTo>
                    <a:pt x="101" y="193"/>
                    <a:pt x="198" y="100"/>
                    <a:pt x="287"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0A636E33-DC38-40B9-B941-037E5D8603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9000" y="0"/>
              <a:ext cx="3230563" cy="6843713"/>
            </a:xfrm>
            <a:custGeom>
              <a:avLst/>
              <a:gdLst>
                <a:gd name="T0" fmla="*/ 680 w 680"/>
                <a:gd name="T1" fmla="*/ 0 h 1440"/>
                <a:gd name="T2" fmla="*/ 337 w 680"/>
                <a:gd name="T3" fmla="*/ 1440 h 1440"/>
              </a:gdLst>
              <a:ahLst/>
              <a:cxnLst>
                <a:cxn ang="0">
                  <a:pos x="T0" y="T1"/>
                </a:cxn>
                <a:cxn ang="0">
                  <a:pos x="T2" y="T3"/>
                </a:cxn>
              </a:cxnLst>
              <a:rect l="0" t="0" r="r" b="b"/>
              <a:pathLst>
                <a:path w="680" h="1440">
                  <a:moveTo>
                    <a:pt x="680" y="0"/>
                  </a:moveTo>
                  <a:cubicBezTo>
                    <a:pt x="257" y="265"/>
                    <a:pt x="0" y="1026"/>
                    <a:pt x="337"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7">
              <a:extLst>
                <a:ext uri="{FF2B5EF4-FFF2-40B4-BE49-F238E27FC236}">
                  <a16:creationId xmlns:a16="http://schemas.microsoft.com/office/drawing/2014/main" id="{03D30690-68C2-4AEC-9789-1495D97E19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79150" y="5694363"/>
              <a:ext cx="1187450" cy="1149350"/>
            </a:xfrm>
            <a:custGeom>
              <a:avLst/>
              <a:gdLst>
                <a:gd name="T0" fmla="*/ 0 w 250"/>
                <a:gd name="T1" fmla="*/ 242 h 242"/>
                <a:gd name="T2" fmla="*/ 250 w 250"/>
                <a:gd name="T3" fmla="*/ 0 h 242"/>
              </a:gdLst>
              <a:ahLst/>
              <a:cxnLst>
                <a:cxn ang="0">
                  <a:pos x="T0" y="T1"/>
                </a:cxn>
                <a:cxn ang="0">
                  <a:pos x="T2" y="T3"/>
                </a:cxn>
              </a:cxnLst>
              <a:rect l="0" t="0" r="r" b="b"/>
              <a:pathLst>
                <a:path w="250" h="242">
                  <a:moveTo>
                    <a:pt x="0" y="242"/>
                  </a:moveTo>
                  <a:cubicBezTo>
                    <a:pt x="88" y="166"/>
                    <a:pt x="172" y="85"/>
                    <a:pt x="250"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8">
              <a:extLst>
                <a:ext uri="{FF2B5EF4-FFF2-40B4-BE49-F238E27FC236}">
                  <a16:creationId xmlns:a16="http://schemas.microsoft.com/office/drawing/2014/main" id="{1020B1B9-821B-49FB-BDC9-57DA08CBC3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4188" y="0"/>
              <a:ext cx="3421063" cy="6843713"/>
            </a:xfrm>
            <a:custGeom>
              <a:avLst/>
              <a:gdLst>
                <a:gd name="T0" fmla="*/ 720 w 720"/>
                <a:gd name="T1" fmla="*/ 0 h 1440"/>
                <a:gd name="T2" fmla="*/ 362 w 720"/>
                <a:gd name="T3" fmla="*/ 1440 h 1440"/>
              </a:gdLst>
              <a:ahLst/>
              <a:cxnLst>
                <a:cxn ang="0">
                  <a:pos x="T0" y="T1"/>
                </a:cxn>
                <a:cxn ang="0">
                  <a:pos x="T2" y="T3"/>
                </a:cxn>
              </a:cxnLst>
              <a:rect l="0" t="0" r="r" b="b"/>
              <a:pathLst>
                <a:path w="720" h="1440">
                  <a:moveTo>
                    <a:pt x="720" y="0"/>
                  </a:moveTo>
                  <a:cubicBezTo>
                    <a:pt x="316" y="282"/>
                    <a:pt x="0" y="1018"/>
                    <a:pt x="362"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9">
              <a:extLst>
                <a:ext uri="{FF2B5EF4-FFF2-40B4-BE49-F238E27FC236}">
                  <a16:creationId xmlns:a16="http://schemas.microsoft.com/office/drawing/2014/main" id="{720EDCE4-8B18-413F-989E-E79628E5AF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87125" y="6049963"/>
              <a:ext cx="879475" cy="793750"/>
            </a:xfrm>
            <a:custGeom>
              <a:avLst/>
              <a:gdLst>
                <a:gd name="T0" fmla="*/ 0 w 185"/>
                <a:gd name="T1" fmla="*/ 167 h 167"/>
                <a:gd name="T2" fmla="*/ 185 w 185"/>
                <a:gd name="T3" fmla="*/ 0 h 167"/>
              </a:gdLst>
              <a:ahLst/>
              <a:cxnLst>
                <a:cxn ang="0">
                  <a:pos x="T0" y="T1"/>
                </a:cxn>
                <a:cxn ang="0">
                  <a:pos x="T2" y="T3"/>
                </a:cxn>
              </a:cxnLst>
              <a:rect l="0" t="0" r="r" b="b"/>
              <a:pathLst>
                <a:path w="185" h="167">
                  <a:moveTo>
                    <a:pt x="0" y="167"/>
                  </a:moveTo>
                  <a:cubicBezTo>
                    <a:pt x="63" y="114"/>
                    <a:pt x="125" y="58"/>
                    <a:pt x="185" y="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20">
              <a:extLst>
                <a:ext uri="{FF2B5EF4-FFF2-40B4-BE49-F238E27FC236}">
                  <a16:creationId xmlns:a16="http://schemas.microsoft.com/office/drawing/2014/main" id="{8563351E-0DDD-4FC8-8D0C-1E446E3C1B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8488" y="0"/>
              <a:ext cx="2717800" cy="6843713"/>
            </a:xfrm>
            <a:custGeom>
              <a:avLst/>
              <a:gdLst>
                <a:gd name="T0" fmla="*/ 572 w 572"/>
                <a:gd name="T1" fmla="*/ 0 h 1440"/>
                <a:gd name="T2" fmla="*/ 164 w 572"/>
                <a:gd name="T3" fmla="*/ 1440 h 1440"/>
              </a:gdLst>
              <a:ahLst/>
              <a:cxnLst>
                <a:cxn ang="0">
                  <a:pos x="T0" y="T1"/>
                </a:cxn>
                <a:cxn ang="0">
                  <a:pos x="T2" y="T3"/>
                </a:cxn>
              </a:cxnLst>
              <a:rect l="0" t="0" r="r" b="b"/>
              <a:pathLst>
                <a:path w="572" h="1440">
                  <a:moveTo>
                    <a:pt x="572" y="0"/>
                  </a:moveTo>
                  <a:cubicBezTo>
                    <a:pt x="213" y="320"/>
                    <a:pt x="0" y="979"/>
                    <a:pt x="164" y="1440"/>
                  </a:cubicBezTo>
                </a:path>
              </a:pathLst>
            </a:custGeom>
            <a:noFill/>
            <a:ln w="12700" cap="flat">
              <a:solidFill>
                <a:schemeClr val="tx1">
                  <a:alpha val="15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1">
              <a:extLst>
                <a:ext uri="{FF2B5EF4-FFF2-40B4-BE49-F238E27FC236}">
                  <a16:creationId xmlns:a16="http://schemas.microsoft.com/office/drawing/2014/main" id="{15E8B705-64E7-4513-B3CB-BF46C35732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1938" y="0"/>
              <a:ext cx="2944813" cy="6843713"/>
            </a:xfrm>
            <a:custGeom>
              <a:avLst/>
              <a:gdLst>
                <a:gd name="T0" fmla="*/ 620 w 620"/>
                <a:gd name="T1" fmla="*/ 0 h 1440"/>
                <a:gd name="T2" fmla="*/ 186 w 620"/>
                <a:gd name="T3" fmla="*/ 1440 h 1440"/>
              </a:gdLst>
              <a:ahLst/>
              <a:cxnLst>
                <a:cxn ang="0">
                  <a:pos x="T0" y="T1"/>
                </a:cxn>
                <a:cxn ang="0">
                  <a:pos x="T2" y="T3"/>
                </a:cxn>
              </a:cxnLst>
              <a:rect l="0" t="0" r="r" b="b"/>
              <a:pathLst>
                <a:path w="620" h="1440">
                  <a:moveTo>
                    <a:pt x="620" y="0"/>
                  </a:moveTo>
                  <a:cubicBezTo>
                    <a:pt x="248" y="325"/>
                    <a:pt x="0" y="960"/>
                    <a:pt x="186" y="1440"/>
                  </a:cubicBezTo>
                </a:path>
              </a:pathLst>
            </a:custGeom>
            <a:noFill/>
            <a:ln w="9525" cap="flat">
              <a:solidFill>
                <a:schemeClr val="tx1">
                  <a:alpha val="15000"/>
                </a:schemeClr>
              </a:solidFill>
              <a:prstDash val="lg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2">
              <a:extLst>
                <a:ext uri="{FF2B5EF4-FFF2-40B4-BE49-F238E27FC236}">
                  <a16:creationId xmlns:a16="http://schemas.microsoft.com/office/drawing/2014/main" id="{30DAEE1C-EBB5-47F5-9E76-564FCFDBF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7513" y="0"/>
              <a:ext cx="2403475" cy="6843713"/>
            </a:xfrm>
            <a:custGeom>
              <a:avLst/>
              <a:gdLst>
                <a:gd name="T0" fmla="*/ 506 w 506"/>
                <a:gd name="T1" fmla="*/ 0 h 1440"/>
                <a:gd name="T2" fmla="*/ 171 w 506"/>
                <a:gd name="T3" fmla="*/ 1440 h 1440"/>
              </a:gdLst>
              <a:ahLst/>
              <a:cxnLst>
                <a:cxn ang="0">
                  <a:pos x="T0" y="T1"/>
                </a:cxn>
                <a:cxn ang="0">
                  <a:pos x="T2" y="T3"/>
                </a:cxn>
              </a:cxnLst>
              <a:rect l="0" t="0" r="r" b="b"/>
              <a:pathLst>
                <a:path w="506" h="1440">
                  <a:moveTo>
                    <a:pt x="506" y="0"/>
                  </a:moveTo>
                  <a:cubicBezTo>
                    <a:pt x="109" y="356"/>
                    <a:pt x="0" y="943"/>
                    <a:pt x="171" y="1440"/>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3">
              <a:extLst>
                <a:ext uri="{FF2B5EF4-FFF2-40B4-BE49-F238E27FC236}">
                  <a16:creationId xmlns:a16="http://schemas.microsoft.com/office/drawing/2014/main" id="{EDB255E9-A3E2-4098-99A1-FE38FAD15D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9525"/>
              <a:ext cx="1771650" cy="3198813"/>
            </a:xfrm>
            <a:custGeom>
              <a:avLst/>
              <a:gdLst>
                <a:gd name="T0" fmla="*/ 373 w 373"/>
                <a:gd name="T1" fmla="*/ 0 h 673"/>
                <a:gd name="T2" fmla="*/ 0 w 373"/>
                <a:gd name="T3" fmla="*/ 673 h 673"/>
              </a:gdLst>
              <a:ahLst/>
              <a:cxnLst>
                <a:cxn ang="0">
                  <a:pos x="T0" y="T1"/>
                </a:cxn>
                <a:cxn ang="0">
                  <a:pos x="T2" y="T3"/>
                </a:cxn>
              </a:cxnLst>
              <a:rect l="0" t="0" r="r" b="b"/>
              <a:pathLst>
                <a:path w="373" h="673">
                  <a:moveTo>
                    <a:pt x="373" y="0"/>
                  </a:moveTo>
                  <a:cubicBezTo>
                    <a:pt x="175" y="183"/>
                    <a:pt x="51" y="409"/>
                    <a:pt x="0" y="673"/>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4">
              <a:extLst>
                <a:ext uri="{FF2B5EF4-FFF2-40B4-BE49-F238E27FC236}">
                  <a16:creationId xmlns:a16="http://schemas.microsoft.com/office/drawing/2014/main" id="{D2507F2A-27AF-4833-8273-5FC9A98863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3" y="6016625"/>
              <a:ext cx="214313" cy="827088"/>
            </a:xfrm>
            <a:custGeom>
              <a:avLst/>
              <a:gdLst>
                <a:gd name="T0" fmla="*/ 0 w 45"/>
                <a:gd name="T1" fmla="*/ 0 h 174"/>
                <a:gd name="T2" fmla="*/ 45 w 45"/>
                <a:gd name="T3" fmla="*/ 174 h 174"/>
              </a:gdLst>
              <a:ahLst/>
              <a:cxnLst>
                <a:cxn ang="0">
                  <a:pos x="T0" y="T1"/>
                </a:cxn>
                <a:cxn ang="0">
                  <a:pos x="T2" y="T3"/>
                </a:cxn>
              </a:cxnLst>
              <a:rect l="0" t="0" r="r" b="b"/>
              <a:pathLst>
                <a:path w="45" h="174">
                  <a:moveTo>
                    <a:pt x="0" y="0"/>
                  </a:moveTo>
                  <a:cubicBezTo>
                    <a:pt x="11" y="59"/>
                    <a:pt x="26" y="118"/>
                    <a:pt x="45" y="174"/>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5">
              <a:extLst>
                <a:ext uri="{FF2B5EF4-FFF2-40B4-BE49-F238E27FC236}">
                  <a16:creationId xmlns:a16="http://schemas.microsoft.com/office/drawing/2014/main" id="{8DFB8904-0CB8-45AD-ABD2-F7A582365E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288" y="0"/>
              <a:ext cx="1562100" cy="2228850"/>
            </a:xfrm>
            <a:custGeom>
              <a:avLst/>
              <a:gdLst>
                <a:gd name="T0" fmla="*/ 329 w 329"/>
                <a:gd name="T1" fmla="*/ 0 h 469"/>
                <a:gd name="T2" fmla="*/ 0 w 329"/>
                <a:gd name="T3" fmla="*/ 469 h 469"/>
              </a:gdLst>
              <a:ahLst/>
              <a:cxnLst>
                <a:cxn ang="0">
                  <a:pos x="T0" y="T1"/>
                </a:cxn>
                <a:cxn ang="0">
                  <a:pos x="T2" y="T3"/>
                </a:cxn>
              </a:cxnLst>
              <a:rect l="0" t="0" r="r" b="b"/>
              <a:pathLst>
                <a:path w="329" h="469">
                  <a:moveTo>
                    <a:pt x="329" y="0"/>
                  </a:moveTo>
                  <a:cubicBezTo>
                    <a:pt x="189" y="133"/>
                    <a:pt x="69" y="288"/>
                    <a:pt x="0" y="469"/>
                  </a:cubicBezTo>
                </a:path>
              </a:pathLst>
            </a:custGeom>
            <a:noFill/>
            <a:ln w="9525" cap="flat">
              <a:solidFill>
                <a:schemeClr val="tx1">
                  <a:alpha val="1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6EECE3FB-0448-1B80-932B-8091A5B5A5E8}"/>
              </a:ext>
            </a:extLst>
          </p:cNvPr>
          <p:cNvSpPr>
            <a:spLocks noGrp="1"/>
          </p:cNvSpPr>
          <p:nvPr>
            <p:ph type="title"/>
          </p:nvPr>
        </p:nvSpPr>
        <p:spPr>
          <a:xfrm>
            <a:off x="25399" y="-27481"/>
            <a:ext cx="12136439" cy="1282540"/>
          </a:xfrm>
          <a:solidFill>
            <a:srgbClr val="FF0000"/>
          </a:solidFill>
        </p:spPr>
        <p:txBody>
          <a:bodyPr>
            <a:normAutofit/>
          </a:bodyPr>
          <a:lstStyle/>
          <a:p>
            <a:pPr algn="l"/>
            <a:r>
              <a:rPr lang="en-US" b="1" dirty="0">
                <a:solidFill>
                  <a:schemeClr val="bg1"/>
                </a:solidFill>
                <a:latin typeface="+mn-lt"/>
                <a:cs typeface="Arial" panose="020B0604020202020204" pitchFamily="34" charset="0"/>
              </a:rPr>
              <a:t>RESULTS</a:t>
            </a:r>
          </a:p>
        </p:txBody>
      </p:sp>
      <p:pic>
        <p:nvPicPr>
          <p:cNvPr id="7" name="Picture 6" descr="A red and white logo&#10;&#10;AI-generated content may be incorrect.">
            <a:extLst>
              <a:ext uri="{FF2B5EF4-FFF2-40B4-BE49-F238E27FC236}">
                <a16:creationId xmlns:a16="http://schemas.microsoft.com/office/drawing/2014/main" id="{61A7D540-0FF0-E5FE-3C09-3B95E92376D9}"/>
              </a:ext>
            </a:extLst>
          </p:cNvPr>
          <p:cNvPicPr>
            <a:picLocks noChangeAspect="1"/>
          </p:cNvPicPr>
          <p:nvPr/>
        </p:nvPicPr>
        <p:blipFill>
          <a:blip r:embed="rId2"/>
          <a:stretch>
            <a:fillRect/>
          </a:stretch>
        </p:blipFill>
        <p:spPr>
          <a:xfrm>
            <a:off x="10156547" y="-8404"/>
            <a:ext cx="1985962" cy="1117104"/>
          </a:xfrm>
          <a:prstGeom prst="rect">
            <a:avLst/>
          </a:prstGeom>
        </p:spPr>
      </p:pic>
      <p:sp>
        <p:nvSpPr>
          <p:cNvPr id="8" name="TextBox 7">
            <a:extLst>
              <a:ext uri="{FF2B5EF4-FFF2-40B4-BE49-F238E27FC236}">
                <a16:creationId xmlns:a16="http://schemas.microsoft.com/office/drawing/2014/main" id="{A36EE11B-06C1-E2BB-FED4-402ECDB819C9}"/>
              </a:ext>
            </a:extLst>
          </p:cNvPr>
          <p:cNvSpPr txBox="1"/>
          <p:nvPr/>
        </p:nvSpPr>
        <p:spPr>
          <a:xfrm>
            <a:off x="9525" y="1291938"/>
            <a:ext cx="8702677" cy="5509200"/>
          </a:xfrm>
          <a:prstGeom prst="rect">
            <a:avLst/>
          </a:prstGeom>
          <a:noFill/>
        </p:spPr>
        <p:txBody>
          <a:bodyPr wrap="square" rtlCol="0">
            <a:spAutoFit/>
          </a:bodyPr>
          <a:lstStyle/>
          <a:p>
            <a:pPr algn="just"/>
            <a:r>
              <a:rPr lang="en-US" sz="2200" b="1" noProof="0" dirty="0"/>
              <a:t>The project results show how teams that were near the bottom of the constructors' championship in 2024 are now consistently fighting for points in every race in the 2025 season.</a:t>
            </a:r>
          </a:p>
          <a:p>
            <a:pPr algn="just"/>
            <a:endParaRPr lang="en-US" sz="2200" b="1" dirty="0"/>
          </a:p>
          <a:p>
            <a:pPr algn="just"/>
            <a:r>
              <a:rPr lang="en-US" sz="2200" b="1" noProof="0" dirty="0"/>
              <a:t>In the 2024 season, the Williams team scored a total of 17 points, in only 6 out of 24 races. In the current 2025 season, the Williams team has scored a total of 111 points in 14 races, in addition to achieving a podium finish at the Azerbaijan Grand Prix.</a:t>
            </a:r>
          </a:p>
          <a:p>
            <a:pPr algn="just"/>
            <a:endParaRPr lang="en-US" sz="2200" b="1" dirty="0"/>
          </a:p>
          <a:p>
            <a:pPr algn="just"/>
            <a:r>
              <a:rPr lang="en-US" sz="2200" b="1" noProof="0" dirty="0"/>
              <a:t>The project suggests that this turnaround is due to the increased number of wind tunnel hours available for further aerodynamic development of their car. The same concept applies to teams like Haas and Kick Sauber, who have seen their performance improve thanks to the new FIA regulations.</a:t>
            </a:r>
            <a:endParaRPr lang="en-US" sz="2200" b="1" dirty="0"/>
          </a:p>
        </p:txBody>
      </p:sp>
      <p:pic>
        <p:nvPicPr>
          <p:cNvPr id="11" name="Picture 10" descr="A red and black logo&#10;&#10;AI-generated content may be incorrect.">
            <a:extLst>
              <a:ext uri="{FF2B5EF4-FFF2-40B4-BE49-F238E27FC236}">
                <a16:creationId xmlns:a16="http://schemas.microsoft.com/office/drawing/2014/main" id="{F6AD57EA-A15A-5372-CFD4-91BFE64280D0}"/>
              </a:ext>
            </a:extLst>
          </p:cNvPr>
          <p:cNvPicPr>
            <a:picLocks noChangeAspect="1"/>
          </p:cNvPicPr>
          <p:nvPr/>
        </p:nvPicPr>
        <p:blipFill>
          <a:blip r:embed="rId3"/>
          <a:stretch>
            <a:fillRect/>
          </a:stretch>
        </p:blipFill>
        <p:spPr>
          <a:xfrm>
            <a:off x="8750454" y="3833813"/>
            <a:ext cx="3489017" cy="3009900"/>
          </a:xfrm>
          <a:prstGeom prst="rect">
            <a:avLst/>
          </a:prstGeom>
        </p:spPr>
      </p:pic>
    </p:spTree>
    <p:extLst>
      <p:ext uri="{BB962C8B-B14F-4D97-AF65-F5344CB8AC3E}">
        <p14:creationId xmlns:p14="http://schemas.microsoft.com/office/powerpoint/2010/main" val="4054804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race car on a track&#10;&#10;AI-generated content may be incorrect.">
            <a:extLst>
              <a:ext uri="{FF2B5EF4-FFF2-40B4-BE49-F238E27FC236}">
                <a16:creationId xmlns:a16="http://schemas.microsoft.com/office/drawing/2014/main" id="{378AA098-009E-C5F1-B05F-4BDEEDCA1AC2}"/>
              </a:ext>
            </a:extLst>
          </p:cNvPr>
          <p:cNvPicPr>
            <a:picLocks noChangeAspect="1"/>
          </p:cNvPicPr>
          <p:nvPr/>
        </p:nvPicPr>
        <p:blipFill>
          <a:blip r:embed="rId2"/>
          <a:srcRect t="30049" b="2885"/>
          <a:stretch>
            <a:fillRect/>
          </a:stretch>
        </p:blipFill>
        <p:spPr>
          <a:xfrm>
            <a:off x="20" y="10"/>
            <a:ext cx="12191980" cy="4599422"/>
          </a:xfrm>
          <a:custGeom>
            <a:avLst/>
            <a:gdLst/>
            <a:ahLst/>
            <a:cxnLst/>
            <a:rect l="l" t="t" r="r" b="b"/>
            <a:pathLst>
              <a:path w="12192000" h="4621300">
                <a:moveTo>
                  <a:pt x="0" y="0"/>
                </a:moveTo>
                <a:lnTo>
                  <a:pt x="12192000" y="0"/>
                </a:lnTo>
                <a:lnTo>
                  <a:pt x="12192000" y="3104412"/>
                </a:lnTo>
                <a:lnTo>
                  <a:pt x="12192000" y="3296537"/>
                </a:lnTo>
                <a:lnTo>
                  <a:pt x="12192000" y="4272355"/>
                </a:lnTo>
                <a:lnTo>
                  <a:pt x="12113803" y="4280638"/>
                </a:lnTo>
                <a:cubicBezTo>
                  <a:pt x="10139508" y="4478587"/>
                  <a:pt x="8237152" y="4571590"/>
                  <a:pt x="6753597" y="4604195"/>
                </a:cubicBezTo>
                <a:cubicBezTo>
                  <a:pt x="4940362" y="4644044"/>
                  <a:pt x="2657278" y="4624714"/>
                  <a:pt x="400746" y="4432852"/>
                </a:cubicBezTo>
                <a:lnTo>
                  <a:pt x="0" y="4395876"/>
                </a:lnTo>
                <a:lnTo>
                  <a:pt x="0" y="3296537"/>
                </a:lnTo>
                <a:lnTo>
                  <a:pt x="0" y="3104412"/>
                </a:lnTo>
                <a:close/>
              </a:path>
            </a:pathLst>
          </a:custGeom>
        </p:spPr>
      </p:pic>
      <p:pic>
        <p:nvPicPr>
          <p:cNvPr id="32" name="Content Placeholder 31" descr="A person in a white race suit&#10;&#10;AI-generated content may be incorrect.">
            <a:extLst>
              <a:ext uri="{FF2B5EF4-FFF2-40B4-BE49-F238E27FC236}">
                <a16:creationId xmlns:a16="http://schemas.microsoft.com/office/drawing/2014/main" id="{AEAF9E02-9F88-17EA-1862-1DC98130A476}"/>
              </a:ext>
            </a:extLst>
          </p:cNvPr>
          <p:cNvPicPr>
            <a:picLocks noGrp="1" noChangeAspect="1"/>
          </p:cNvPicPr>
          <p:nvPr>
            <p:ph idx="1"/>
          </p:nvPr>
        </p:nvPicPr>
        <p:blipFill>
          <a:blip r:embed="rId3"/>
          <a:stretch>
            <a:fillRect/>
          </a:stretch>
        </p:blipFill>
        <p:spPr>
          <a:xfrm>
            <a:off x="-22106" y="2425587"/>
            <a:ext cx="3545930" cy="4432414"/>
          </a:xfrm>
        </p:spPr>
      </p:pic>
      <p:sp>
        <p:nvSpPr>
          <p:cNvPr id="37" name="TextBox 36">
            <a:extLst>
              <a:ext uri="{FF2B5EF4-FFF2-40B4-BE49-F238E27FC236}">
                <a16:creationId xmlns:a16="http://schemas.microsoft.com/office/drawing/2014/main" id="{144661C2-C51A-C83A-40BC-BF0A0B017D72}"/>
              </a:ext>
            </a:extLst>
          </p:cNvPr>
          <p:cNvSpPr txBox="1"/>
          <p:nvPr/>
        </p:nvSpPr>
        <p:spPr>
          <a:xfrm>
            <a:off x="3523824" y="5470865"/>
            <a:ext cx="8662352" cy="707886"/>
          </a:xfrm>
          <a:prstGeom prst="rect">
            <a:avLst/>
          </a:prstGeom>
          <a:solidFill>
            <a:schemeClr val="accent1"/>
          </a:solidFill>
        </p:spPr>
        <p:txBody>
          <a:bodyPr wrap="square" rtlCol="0">
            <a:spAutoFit/>
          </a:bodyPr>
          <a:lstStyle/>
          <a:p>
            <a:r>
              <a:rPr lang="en-US" sz="4000" dirty="0">
                <a:latin typeface="Kermit Extrabold Expanded" panose="020F0502020204030204" pitchFamily="34" charset="0"/>
              </a:rPr>
              <a:t>THANKS FOR YOUR TIME</a:t>
            </a:r>
          </a:p>
        </p:txBody>
      </p:sp>
    </p:spTree>
    <p:extLst>
      <p:ext uri="{BB962C8B-B14F-4D97-AF65-F5344CB8AC3E}">
        <p14:creationId xmlns:p14="http://schemas.microsoft.com/office/powerpoint/2010/main" val="58496404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docProps/app.xml><?xml version="1.0" encoding="utf-8"?>
<Properties xmlns="http://schemas.openxmlformats.org/officeDocument/2006/extended-properties" xmlns:vt="http://schemas.openxmlformats.org/officeDocument/2006/docPropsVTypes">
  <Template/>
  <TotalTime>706</TotalTime>
  <Words>383</Words>
  <Application>Microsoft Office PowerPoint</Application>
  <PresentationFormat>Widescreen</PresentationFormat>
  <Paragraphs>20</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 Light</vt:lpstr>
      <vt:lpstr>Cooper Black</vt:lpstr>
      <vt:lpstr>Kermit Extrabold Expanded</vt:lpstr>
      <vt:lpstr>Rockwell</vt:lpstr>
      <vt:lpstr>Wingdings</vt:lpstr>
      <vt:lpstr>Atlas</vt:lpstr>
      <vt:lpstr>PowerPoint Presentation</vt:lpstr>
      <vt:lpstr>PowerPoint Presentation</vt:lpstr>
      <vt:lpstr>INTERESTING STATICS  OR GROUPINGS</vt:lpstr>
      <vt:lpstr>INTERESTING STATICS  OR GROUPINGS</vt:lpstr>
      <vt:lpstr>PowerPoint Presentation</vt:lpstr>
      <vt:lpstr>PowerPoint Presentation</vt:lpstr>
      <vt:lpstr>PowerPoint Presentation</vt:lpstr>
      <vt:lpstr>PowerPoint Presentation</vt:lpstr>
      <vt:lpstr>RESULTS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Hugo Ramirez Botero</dc:creator>
  <cp:lastModifiedBy>Victor Hugo Ramirez Botero</cp:lastModifiedBy>
  <cp:revision>40</cp:revision>
  <dcterms:created xsi:type="dcterms:W3CDTF">2025-11-16T20:55:48Z</dcterms:created>
  <dcterms:modified xsi:type="dcterms:W3CDTF">2025-11-21T02:02:39Z</dcterms:modified>
</cp:coreProperties>
</file>